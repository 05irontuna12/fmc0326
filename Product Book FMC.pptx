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" ContentType="image/t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70" r:id="rId2"/>
    <p:sldId id="267" r:id="rId3"/>
    <p:sldId id="265" r:id="rId4"/>
  </p:sldIdLst>
  <p:sldSz cx="18288000" cy="10287000"/>
  <p:notesSz cx="6858000" cy="9144000"/>
  <p:embeddedFontLst>
    <p:embeddedFont>
      <p:font typeface="Helvetica" panose="020B0604020202020204" pitchFamily="34" charset="0"/>
      <p:regular r:id="rId6"/>
      <p:bold r:id="rId7"/>
      <p:italic r:id="rId8"/>
      <p:boldItalic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Montserrat" panose="00000500000000000000" pitchFamily="2" charset="-52"/>
      <p:regular r:id="rId14"/>
      <p:bold r:id="rId15"/>
      <p:italic r:id="rId16"/>
      <p:boldItalic r:id="rId17"/>
    </p:embeddedFont>
    <p:embeddedFont>
      <p:font typeface="Montserrat Bold" panose="00000800000000000000" pitchFamily="2" charset="-52"/>
      <p:regular r:id="rId18"/>
      <p:bold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7C9D"/>
    <a:srgbClr val="808000"/>
    <a:srgbClr val="CCCC00"/>
    <a:srgbClr val="CC9900"/>
    <a:srgbClr val="DCE6F2"/>
    <a:srgbClr val="F2DCDB"/>
    <a:srgbClr val="EEECE1"/>
    <a:srgbClr val="780374"/>
    <a:srgbClr val="CC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76A688-A2F2-23DD-3DFA-B30512E66E6D}" v="9" dt="2026-02-03T12:42:48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332" autoAdjust="0"/>
  </p:normalViewPr>
  <p:slideViewPr>
    <p:cSldViewPr>
      <p:cViewPr varScale="1">
        <p:scale>
          <a:sx n="59" d="100"/>
          <a:sy n="59" d="100"/>
        </p:scale>
        <p:origin x="46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microsoft.com/office/2015/10/relationships/revisionInfo" Target="revisionInfo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.golubeva@rostadv.com" userId="S::urn:spo:guest#yu.golubeva@rostadv.com::" providerId="AD" clId="Web-{04C624AD-FA97-2F79-CBAD-54B8EC1550E3}"/>
    <pc:docChg chg="delSld modSld">
      <pc:chgData name="yu.golubeva@rostadv.com" userId="S::urn:spo:guest#yu.golubeva@rostadv.com::" providerId="AD" clId="Web-{04C624AD-FA97-2F79-CBAD-54B8EC1550E3}" dt="2026-01-19T07:45:24.867" v="370" actId="20577"/>
      <pc:docMkLst>
        <pc:docMk/>
      </pc:docMkLst>
      <pc:sldChg chg="addSp modSp">
        <pc:chgData name="yu.golubeva@rostadv.com" userId="S::urn:spo:guest#yu.golubeva@rostadv.com::" providerId="AD" clId="Web-{04C624AD-FA97-2F79-CBAD-54B8EC1550E3}" dt="2026-01-19T07:41:53.343" v="357" actId="1076"/>
        <pc:sldMkLst>
          <pc:docMk/>
          <pc:sldMk cId="0" sldId="265"/>
        </pc:sldMkLst>
        <pc:spChg chg="mod">
          <ac:chgData name="yu.golubeva@rostadv.com" userId="S::urn:spo:guest#yu.golubeva@rostadv.com::" providerId="AD" clId="Web-{04C624AD-FA97-2F79-CBAD-54B8EC1550E3}" dt="2026-01-19T07:29:03.932" v="131"/>
          <ac:spMkLst>
            <pc:docMk/>
            <pc:sldMk cId="0" sldId="265"/>
            <ac:spMk id="8" creationId="{00000000-0000-0000-0000-000000000000}"/>
          </ac:spMkLst>
        </pc:spChg>
        <pc:spChg chg="add mod">
          <ac:chgData name="yu.golubeva@rostadv.com" userId="S::urn:spo:guest#yu.golubeva@rostadv.com::" providerId="AD" clId="Web-{04C624AD-FA97-2F79-CBAD-54B8EC1550E3}" dt="2026-01-19T07:29:59.653" v="156" actId="1076"/>
          <ac:spMkLst>
            <pc:docMk/>
            <pc:sldMk cId="0" sldId="265"/>
            <ac:spMk id="9" creationId="{D22DFE78-37F2-4256-1D5F-2A09F88C51B2}"/>
          </ac:spMkLst>
        </pc:spChg>
        <pc:spChg chg="add mod">
          <ac:chgData name="yu.golubeva@rostadv.com" userId="S::urn:spo:guest#yu.golubeva@rostadv.com::" providerId="AD" clId="Web-{04C624AD-FA97-2F79-CBAD-54B8EC1550E3}" dt="2026-01-19T07:41:40.811" v="354" actId="1076"/>
          <ac:spMkLst>
            <pc:docMk/>
            <pc:sldMk cId="0" sldId="265"/>
            <ac:spMk id="10" creationId="{A817DA5B-ED10-B550-0F31-3B4CA56D14DE}"/>
          </ac:spMkLst>
        </pc:spChg>
        <pc:spChg chg="add mod">
          <ac:chgData name="yu.golubeva@rostadv.com" userId="S::urn:spo:guest#yu.golubeva@rostadv.com::" providerId="AD" clId="Web-{04C624AD-FA97-2F79-CBAD-54B8EC1550E3}" dt="2026-01-19T07:35:31.251" v="250" actId="20577"/>
          <ac:spMkLst>
            <pc:docMk/>
            <pc:sldMk cId="0" sldId="265"/>
            <ac:spMk id="20" creationId="{C2E5B675-4F3F-A1FB-0097-CD2DC3BFE1E3}"/>
          </ac:spMkLst>
        </pc:spChg>
        <pc:spChg chg="add mod">
          <ac:chgData name="yu.golubeva@rostadv.com" userId="S::urn:spo:guest#yu.golubeva@rostadv.com::" providerId="AD" clId="Web-{04C624AD-FA97-2F79-CBAD-54B8EC1550E3}" dt="2026-01-19T07:38:22.830" v="303" actId="1076"/>
          <ac:spMkLst>
            <pc:docMk/>
            <pc:sldMk cId="0" sldId="265"/>
            <ac:spMk id="21" creationId="{3C8D9E8E-F49F-513F-36F9-396F328A0AD4}"/>
          </ac:spMkLst>
        </pc:spChg>
        <pc:spChg chg="add mod">
          <ac:chgData name="yu.golubeva@rostadv.com" userId="S::urn:spo:guest#yu.golubeva@rostadv.com::" providerId="AD" clId="Web-{04C624AD-FA97-2F79-CBAD-54B8EC1550E3}" dt="2026-01-19T07:39:41.133" v="327" actId="1076"/>
          <ac:spMkLst>
            <pc:docMk/>
            <pc:sldMk cId="0" sldId="265"/>
            <ac:spMk id="22" creationId="{0ABC26F0-0F50-3D5F-5CD0-683467891BB5}"/>
          </ac:spMkLst>
        </pc:spChg>
        <pc:spChg chg="mod">
          <ac:chgData name="yu.golubeva@rostadv.com" userId="S::urn:spo:guest#yu.golubeva@rostadv.com::" providerId="AD" clId="Web-{04C624AD-FA97-2F79-CBAD-54B8EC1550E3}" dt="2026-01-19T07:36:53.526" v="277" actId="20577"/>
          <ac:spMkLst>
            <pc:docMk/>
            <pc:sldMk cId="0" sldId="265"/>
            <ac:spMk id="41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7:32.529" v="284" actId="1076"/>
          <ac:spMkLst>
            <pc:docMk/>
            <pc:sldMk cId="0" sldId="265"/>
            <ac:spMk id="42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9:12.959" v="316" actId="1076"/>
          <ac:spMkLst>
            <pc:docMk/>
            <pc:sldMk cId="0" sldId="265"/>
            <ac:spMk id="43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7:36.811" v="285" actId="1076"/>
          <ac:spMkLst>
            <pc:docMk/>
            <pc:sldMk cId="0" sldId="265"/>
            <ac:spMk id="44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9:28.871" v="143" actId="20577"/>
          <ac:spMkLst>
            <pc:docMk/>
            <pc:sldMk cId="0" sldId="265"/>
            <ac:spMk id="48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6:10.708" v="89" actId="1076"/>
          <ac:spMkLst>
            <pc:docMk/>
            <pc:sldMk cId="0" sldId="265"/>
            <ac:spMk id="49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1:36.264" v="353" actId="20577"/>
          <ac:spMkLst>
            <pc:docMk/>
            <pc:sldMk cId="0" sldId="265"/>
            <ac:spMk id="50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0:40.279" v="160" actId="1076"/>
          <ac:spMkLst>
            <pc:docMk/>
            <pc:sldMk cId="0" sldId="265"/>
            <ac:spMk id="51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0:16.994" v="338" actId="20577"/>
          <ac:spMkLst>
            <pc:docMk/>
            <pc:sldMk cId="0" sldId="265"/>
            <ac:spMk id="52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5:07.404" v="240" actId="1076"/>
          <ac:spMkLst>
            <pc:docMk/>
            <pc:sldMk cId="0" sldId="265"/>
            <ac:spMk id="57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0:21.825" v="157" actId="1076"/>
          <ac:spMkLst>
            <pc:docMk/>
            <pc:sldMk cId="0" sldId="265"/>
            <ac:spMk id="65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0:32.513" v="159" actId="1076"/>
          <ac:spMkLst>
            <pc:docMk/>
            <pc:sldMk cId="0" sldId="265"/>
            <ac:spMk id="66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1:46.561" v="355" actId="1076"/>
          <ac:spMkLst>
            <pc:docMk/>
            <pc:sldMk cId="0" sldId="265"/>
            <ac:spMk id="67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1:53.343" v="357" actId="1076"/>
          <ac:spMkLst>
            <pc:docMk/>
            <pc:sldMk cId="0" sldId="265"/>
            <ac:spMk id="68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1:49.968" v="356" actId="1076"/>
          <ac:spMkLst>
            <pc:docMk/>
            <pc:sldMk cId="0" sldId="265"/>
            <ac:spMk id="69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8:24.947" v="123" actId="20577"/>
          <ac:spMkLst>
            <pc:docMk/>
            <pc:sldMk cId="0" sldId="265"/>
            <ac:spMk id="70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7:57.477" v="117" actId="1076"/>
          <ac:spMkLst>
            <pc:docMk/>
            <pc:sldMk cId="0" sldId="265"/>
            <ac:spMk id="71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8:13.915" v="120" actId="1076"/>
          <ac:spMkLst>
            <pc:docMk/>
            <pc:sldMk cId="0" sldId="265"/>
            <ac:spMk id="72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8:03.837" v="118" actId="1076"/>
          <ac:spMkLst>
            <pc:docMk/>
            <pc:sldMk cId="0" sldId="265"/>
            <ac:spMk id="73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7:06.917" v="280" actId="1076"/>
          <ac:spMkLst>
            <pc:docMk/>
            <pc:sldMk cId="0" sldId="265"/>
            <ac:spMk id="74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8:51.379" v="309" actId="1076"/>
          <ac:spMkLst>
            <pc:docMk/>
            <pc:sldMk cId="0" sldId="265"/>
            <ac:spMk id="75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8:39.847" v="306" actId="1076"/>
          <ac:spMkLst>
            <pc:docMk/>
            <pc:sldMk cId="0" sldId="265"/>
            <ac:spMk id="76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1:14.888" v="348" actId="1076"/>
          <ac:spMkLst>
            <pc:docMk/>
            <pc:sldMk cId="0" sldId="265"/>
            <ac:spMk id="77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1:03.512" v="345" actId="1076"/>
          <ac:spMkLst>
            <pc:docMk/>
            <pc:sldMk cId="0" sldId="265"/>
            <ac:spMk id="78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1:18.357" v="349" actId="1076"/>
          <ac:spMkLst>
            <pc:docMk/>
            <pc:sldMk cId="0" sldId="265"/>
            <ac:spMk id="79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7:17.669" v="282" actId="1076"/>
          <ac:spMkLst>
            <pc:docMk/>
            <pc:sldMk cId="0" sldId="265"/>
            <ac:spMk id="80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37:11.480" v="281" actId="1076"/>
          <ac:spMkLst>
            <pc:docMk/>
            <pc:sldMk cId="0" sldId="265"/>
            <ac:spMk id="81" creationId="{00000000-0000-0000-0000-000000000000}"/>
          </ac:spMkLst>
        </pc:spChg>
        <pc:grpChg chg="mod">
          <ac:chgData name="yu.golubeva@rostadv.com" userId="S::urn:spo:guest#yu.golubeva@rostadv.com::" providerId="AD" clId="Web-{04C624AD-FA97-2F79-CBAD-54B8EC1550E3}" dt="2026-01-19T07:37:26.747" v="283" actId="14100"/>
          <ac:grpSpMkLst>
            <pc:docMk/>
            <pc:sldMk cId="0" sldId="265"/>
            <ac:grpSpMk id="2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26:00.973" v="83" actId="1076"/>
          <ac:grpSpMkLst>
            <pc:docMk/>
            <pc:sldMk cId="0" sldId="265"/>
            <ac:grpSpMk id="5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26:01.020" v="84" actId="1076"/>
          <ac:grpSpMkLst>
            <pc:docMk/>
            <pc:sldMk cId="0" sldId="265"/>
            <ac:grpSpMk id="11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35:20.780" v="245" actId="14100"/>
          <ac:grpSpMkLst>
            <pc:docMk/>
            <pc:sldMk cId="0" sldId="265"/>
            <ac:grpSpMk id="14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35:09.138" v="241" actId="1076"/>
          <ac:grpSpMkLst>
            <pc:docMk/>
            <pc:sldMk cId="0" sldId="265"/>
            <ac:grpSpMk id="17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28:47.604" v="126" actId="14100"/>
          <ac:grpSpMkLst>
            <pc:docMk/>
            <pc:sldMk cId="0" sldId="265"/>
            <ac:grpSpMk id="29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28:57.479" v="129" actId="14100"/>
          <ac:grpSpMkLst>
            <pc:docMk/>
            <pc:sldMk cId="0" sldId="265"/>
            <ac:grpSpMk id="32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40:58.668" v="344" actId="14100"/>
          <ac:grpSpMkLst>
            <pc:docMk/>
            <pc:sldMk cId="0" sldId="265"/>
            <ac:grpSpMk id="35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27:43.118" v="115" actId="14100"/>
          <ac:grpSpMkLst>
            <pc:docMk/>
            <pc:sldMk cId="0" sldId="265"/>
            <ac:grpSpMk id="38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35:07.357" v="239" actId="1076"/>
          <ac:grpSpMkLst>
            <pc:docMk/>
            <pc:sldMk cId="0" sldId="265"/>
            <ac:grpSpMk id="54" creationId="{00000000-0000-0000-0000-000000000000}"/>
          </ac:grpSpMkLst>
        </pc:grpChg>
      </pc:sldChg>
      <pc:sldChg chg="modSp">
        <pc:chgData name="yu.golubeva@rostadv.com" userId="S::urn:spo:guest#yu.golubeva@rostadv.com::" providerId="AD" clId="Web-{04C624AD-FA97-2F79-CBAD-54B8EC1550E3}" dt="2026-01-19T07:25:13.753" v="82" actId="14100"/>
        <pc:sldMkLst>
          <pc:docMk/>
          <pc:sldMk cId="436401285" sldId="267"/>
        </pc:sldMkLst>
        <pc:spChg chg="mod">
          <ac:chgData name="yu.golubeva@rostadv.com" userId="S::urn:spo:guest#yu.golubeva@rostadv.com::" providerId="AD" clId="Web-{04C624AD-FA97-2F79-CBAD-54B8EC1550E3}" dt="2026-01-19T07:23:57.249" v="68"/>
          <ac:spMkLst>
            <pc:docMk/>
            <pc:sldMk cId="436401285" sldId="267"/>
            <ac:spMk id="14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4:19.750" v="71"/>
          <ac:spMkLst>
            <pc:docMk/>
            <pc:sldMk cId="436401285" sldId="267"/>
            <ac:spMk id="15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4:02.062" v="69"/>
          <ac:spMkLst>
            <pc:docMk/>
            <pc:sldMk cId="436401285" sldId="267"/>
            <ac:spMk id="16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4:08.906" v="70"/>
          <ac:spMkLst>
            <pc:docMk/>
            <pc:sldMk cId="436401285" sldId="267"/>
            <ac:spMk id="17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4:23.375" v="72"/>
          <ac:spMkLst>
            <pc:docMk/>
            <pc:sldMk cId="436401285" sldId="267"/>
            <ac:spMk id="19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5:00.190" v="80" actId="1076"/>
          <ac:spMkLst>
            <pc:docMk/>
            <pc:sldMk cId="436401285" sldId="267"/>
            <ac:spMk id="24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4:27.438" v="73"/>
          <ac:spMkLst>
            <pc:docMk/>
            <pc:sldMk cId="436401285" sldId="267"/>
            <ac:spMk id="25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5:04.174" v="81" actId="1076"/>
          <ac:spMkLst>
            <pc:docMk/>
            <pc:sldMk cId="436401285" sldId="267"/>
            <ac:spMk id="26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4:42.892" v="77"/>
          <ac:spMkLst>
            <pc:docMk/>
            <pc:sldMk cId="436401285" sldId="267"/>
            <ac:spMk id="33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24:55.111" v="79" actId="1076"/>
          <ac:spMkLst>
            <pc:docMk/>
            <pc:sldMk cId="436401285" sldId="267"/>
            <ac:spMk id="34" creationId="{00000000-0000-0000-0000-000000000000}"/>
          </ac:spMkLst>
        </pc:spChg>
        <pc:picChg chg="mod">
          <ac:chgData name="yu.golubeva@rostadv.com" userId="S::urn:spo:guest#yu.golubeva@rostadv.com::" providerId="AD" clId="Web-{04C624AD-FA97-2F79-CBAD-54B8EC1550E3}" dt="2026-01-19T07:25:13.753" v="82" actId="14100"/>
          <ac:picMkLst>
            <pc:docMk/>
            <pc:sldMk cId="436401285" sldId="267"/>
            <ac:picMk id="3" creationId="{683ECF8D-41AF-432E-0897-BCDC300AF9E1}"/>
          </ac:picMkLst>
        </pc:picChg>
      </pc:sldChg>
      <pc:sldChg chg="modSp">
        <pc:chgData name="yu.golubeva@rostadv.com" userId="S::urn:spo:guest#yu.golubeva@rostadv.com::" providerId="AD" clId="Web-{04C624AD-FA97-2F79-CBAD-54B8EC1550E3}" dt="2026-01-19T07:45:24.867" v="370" actId="20577"/>
        <pc:sldMkLst>
          <pc:docMk/>
          <pc:sldMk cId="539295760" sldId="268"/>
        </pc:sldMkLst>
        <pc:spChg chg="mod">
          <ac:chgData name="yu.golubeva@rostadv.com" userId="S::urn:spo:guest#yu.golubeva@rostadv.com::" providerId="AD" clId="Web-{04C624AD-FA97-2F79-CBAD-54B8EC1550E3}" dt="2026-01-19T07:45:24.867" v="370" actId="20577"/>
          <ac:spMkLst>
            <pc:docMk/>
            <pc:sldMk cId="539295760" sldId="268"/>
            <ac:spMk id="43" creationId="{00000000-0000-0000-0000-000000000000}"/>
          </ac:spMkLst>
        </pc:spChg>
      </pc:sldChg>
      <pc:sldChg chg="modSp">
        <pc:chgData name="yu.golubeva@rostadv.com" userId="S::urn:spo:guest#yu.golubeva@rostadv.com::" providerId="AD" clId="Web-{04C624AD-FA97-2F79-CBAD-54B8EC1550E3}" dt="2026-01-19T07:44:46.178" v="365" actId="1076"/>
        <pc:sldMkLst>
          <pc:docMk/>
          <pc:sldMk cId="1198000448" sldId="269"/>
        </pc:sldMkLst>
        <pc:spChg chg="mod">
          <ac:chgData name="yu.golubeva@rostadv.com" userId="S::urn:spo:guest#yu.golubeva@rostadv.com::" providerId="AD" clId="Web-{04C624AD-FA97-2F79-CBAD-54B8EC1550E3}" dt="2026-01-19T07:44:14.630" v="362" actId="20577"/>
          <ac:spMkLst>
            <pc:docMk/>
            <pc:sldMk cId="1198000448" sldId="269"/>
            <ac:spMk id="53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4:03.676" v="360" actId="1076"/>
          <ac:spMkLst>
            <pc:docMk/>
            <pc:sldMk cId="1198000448" sldId="269"/>
            <ac:spMk id="104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4:36.474" v="364" actId="1076"/>
          <ac:spMkLst>
            <pc:docMk/>
            <pc:sldMk cId="1198000448" sldId="269"/>
            <ac:spMk id="106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4:46.178" v="365" actId="1076"/>
          <ac:spMkLst>
            <pc:docMk/>
            <pc:sldMk cId="1198000448" sldId="269"/>
            <ac:spMk id="107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44:27.599" v="363" actId="1076"/>
          <ac:spMkLst>
            <pc:docMk/>
            <pc:sldMk cId="1198000448" sldId="269"/>
            <ac:spMk id="108" creationId="{00000000-0000-0000-0000-000000000000}"/>
          </ac:spMkLst>
        </pc:spChg>
      </pc:sldChg>
      <pc:sldChg chg="addSp modSp">
        <pc:chgData name="yu.golubeva@rostadv.com" userId="S::urn:spo:guest#yu.golubeva@rostadv.com::" providerId="AD" clId="Web-{04C624AD-FA97-2F79-CBAD-54B8EC1550E3}" dt="2026-01-19T07:13:21.515" v="67" actId="1076"/>
        <pc:sldMkLst>
          <pc:docMk/>
          <pc:sldMk cId="594782999" sldId="270"/>
        </pc:sldMkLst>
        <pc:spChg chg="mod">
          <ac:chgData name="yu.golubeva@rostadv.com" userId="S::urn:spo:guest#yu.golubeva@rostadv.com::" providerId="AD" clId="Web-{04C624AD-FA97-2F79-CBAD-54B8EC1550E3}" dt="2026-01-19T07:09:57.259" v="10" actId="1076"/>
          <ac:spMkLst>
            <pc:docMk/>
            <pc:sldMk cId="594782999" sldId="270"/>
            <ac:spMk id="8" creationId="{629E0D21-E873-EB46-1C36-A093A021FFD7}"/>
          </ac:spMkLst>
        </pc:spChg>
        <pc:spChg chg="add mod">
          <ac:chgData name="yu.golubeva@rostadv.com" userId="S::urn:spo:guest#yu.golubeva@rostadv.com::" providerId="AD" clId="Web-{04C624AD-FA97-2F79-CBAD-54B8EC1550E3}" dt="2026-01-19T07:13:21.515" v="67" actId="1076"/>
          <ac:spMkLst>
            <pc:docMk/>
            <pc:sldMk cId="594782999" sldId="270"/>
            <ac:spMk id="9" creationId="{048AD9EF-FDE3-692E-BC36-DEF1BEB591B0}"/>
          </ac:spMkLst>
        </pc:spChg>
        <pc:spChg chg="mod">
          <ac:chgData name="yu.golubeva@rostadv.com" userId="S::urn:spo:guest#yu.golubeva@rostadv.com::" providerId="AD" clId="Web-{04C624AD-FA97-2F79-CBAD-54B8EC1550E3}" dt="2026-01-19T07:12:28.607" v="45" actId="1076"/>
          <ac:spMkLst>
            <pc:docMk/>
            <pc:sldMk cId="594782999" sldId="270"/>
            <ac:spMk id="16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28.639" v="46" actId="1076"/>
          <ac:spMkLst>
            <pc:docMk/>
            <pc:sldMk cId="594782999" sldId="270"/>
            <ac:spMk id="17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28.701" v="47" actId="1076"/>
          <ac:spMkLst>
            <pc:docMk/>
            <pc:sldMk cId="594782999" sldId="270"/>
            <ac:spMk id="18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28.732" v="48" actId="1076"/>
          <ac:spMkLst>
            <pc:docMk/>
            <pc:sldMk cId="594782999" sldId="270"/>
            <ac:spMk id="19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28.764" v="49" actId="1076"/>
          <ac:spMkLst>
            <pc:docMk/>
            <pc:sldMk cId="594782999" sldId="270"/>
            <ac:spMk id="20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39.780" v="55" actId="1076"/>
          <ac:spMkLst>
            <pc:docMk/>
            <pc:sldMk cId="594782999" sldId="270"/>
            <ac:spMk id="22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39.795" v="56" actId="1076"/>
          <ac:spMkLst>
            <pc:docMk/>
            <pc:sldMk cId="594782999" sldId="270"/>
            <ac:spMk id="23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39.811" v="57" actId="1076"/>
          <ac:spMkLst>
            <pc:docMk/>
            <pc:sldMk cId="594782999" sldId="270"/>
            <ac:spMk id="24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39.858" v="58" actId="1076"/>
          <ac:spMkLst>
            <pc:docMk/>
            <pc:sldMk cId="594782999" sldId="270"/>
            <ac:spMk id="25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39.920" v="59" actId="1076"/>
          <ac:spMkLst>
            <pc:docMk/>
            <pc:sldMk cId="594782999" sldId="270"/>
            <ac:spMk id="26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47.311" v="61" actId="1076"/>
          <ac:spMkLst>
            <pc:docMk/>
            <pc:sldMk cId="594782999" sldId="270"/>
            <ac:spMk id="27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28.811" v="50" actId="1076"/>
          <ac:spMkLst>
            <pc:docMk/>
            <pc:sldMk cId="594782999" sldId="270"/>
            <ac:spMk id="28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28.857" v="51" actId="1076"/>
          <ac:spMkLst>
            <pc:docMk/>
            <pc:sldMk cId="594782999" sldId="270"/>
            <ac:spMk id="29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28.873" v="52" actId="1076"/>
          <ac:spMkLst>
            <pc:docMk/>
            <pc:sldMk cId="594782999" sldId="270"/>
            <ac:spMk id="30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28.904" v="53" actId="1076"/>
          <ac:spMkLst>
            <pc:docMk/>
            <pc:sldMk cId="594782999" sldId="270"/>
            <ac:spMk id="31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28.920" v="54" actId="1076"/>
          <ac:spMkLst>
            <pc:docMk/>
            <pc:sldMk cId="594782999" sldId="270"/>
            <ac:spMk id="32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0:57.167" v="22" actId="1076"/>
          <ac:spMkLst>
            <pc:docMk/>
            <pc:sldMk cId="594782999" sldId="270"/>
            <ac:spMk id="41" creationId="{18C7EFA1-D146-5981-333B-344FC59D1318}"/>
          </ac:spMkLst>
        </pc:spChg>
        <pc:spChg chg="mod">
          <ac:chgData name="yu.golubeva@rostadv.com" userId="S::urn:spo:guest#yu.golubeva@rostadv.com::" providerId="AD" clId="Web-{04C624AD-FA97-2F79-CBAD-54B8EC1550E3}" dt="2026-01-19T07:10:35.167" v="14" actId="1076"/>
          <ac:spMkLst>
            <pc:docMk/>
            <pc:sldMk cId="594782999" sldId="270"/>
            <ac:spMk id="43" creationId="{32CC9461-2120-C758-F7C5-E2ECE0463303}"/>
          </ac:spMkLst>
        </pc:spChg>
        <pc:spChg chg="mod">
          <ac:chgData name="yu.golubeva@rostadv.com" userId="S::urn:spo:guest#yu.golubeva@rostadv.com::" providerId="AD" clId="Web-{04C624AD-FA97-2F79-CBAD-54B8EC1550E3}" dt="2026-01-19T07:10:35.182" v="15" actId="1076"/>
          <ac:spMkLst>
            <pc:docMk/>
            <pc:sldMk cId="594782999" sldId="270"/>
            <ac:spMk id="44" creationId="{DDE6B71C-16E0-600E-3366-312771468523}"/>
          </ac:spMkLst>
        </pc:spChg>
        <pc:spChg chg="mod">
          <ac:chgData name="yu.golubeva@rostadv.com" userId="S::urn:spo:guest#yu.golubeva@rostadv.com::" providerId="AD" clId="Web-{04C624AD-FA97-2F79-CBAD-54B8EC1550E3}" dt="2026-01-19T07:10:35.198" v="16" actId="1076"/>
          <ac:spMkLst>
            <pc:docMk/>
            <pc:sldMk cId="594782999" sldId="270"/>
            <ac:spMk id="45" creationId="{A7E5D966-463F-A289-7FE4-0FB27CF48B49}"/>
          </ac:spMkLst>
        </pc:spChg>
        <pc:spChg chg="mod">
          <ac:chgData name="yu.golubeva@rostadv.com" userId="S::urn:spo:guest#yu.golubeva@rostadv.com::" providerId="AD" clId="Web-{04C624AD-FA97-2F79-CBAD-54B8EC1550E3}" dt="2026-01-19T07:10:35.213" v="17" actId="1076"/>
          <ac:spMkLst>
            <pc:docMk/>
            <pc:sldMk cId="594782999" sldId="270"/>
            <ac:spMk id="46" creationId="{E1FF3CCD-30A6-87FA-3CDB-5C9BAC0B7702}"/>
          </ac:spMkLst>
        </pc:spChg>
        <pc:spChg chg="mod">
          <ac:chgData name="yu.golubeva@rostadv.com" userId="S::urn:spo:guest#yu.golubeva@rostadv.com::" providerId="AD" clId="Web-{04C624AD-FA97-2F79-CBAD-54B8EC1550E3}" dt="2026-01-19T07:12:53.874" v="62" actId="1076"/>
          <ac:spMkLst>
            <pc:docMk/>
            <pc:sldMk cId="594782999" sldId="270"/>
            <ac:spMk id="47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09:06.148" v="3" actId="1076"/>
          <ac:spMkLst>
            <pc:docMk/>
            <pc:sldMk cId="594782999" sldId="270"/>
            <ac:spMk id="48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12:12.341" v="44" actId="1076"/>
          <ac:spMkLst>
            <pc:docMk/>
            <pc:sldMk cId="594782999" sldId="270"/>
            <ac:spMk id="49" creationId="{00000000-0000-0000-0000-000000000000}"/>
          </ac:spMkLst>
        </pc:spChg>
        <pc:spChg chg="mod">
          <ac:chgData name="yu.golubeva@rostadv.com" userId="S::urn:spo:guest#yu.golubeva@rostadv.com::" providerId="AD" clId="Web-{04C624AD-FA97-2F79-CBAD-54B8EC1550E3}" dt="2026-01-19T07:09:15.211" v="5" actId="14100"/>
          <ac:spMkLst>
            <pc:docMk/>
            <pc:sldMk cId="594782999" sldId="270"/>
            <ac:spMk id="50" creationId="{00000000-0000-0000-0000-000000000000}"/>
          </ac:spMkLst>
        </pc:spChg>
        <pc:grpChg chg="mod">
          <ac:chgData name="yu.golubeva@rostadv.com" userId="S::urn:spo:guest#yu.golubeva@rostadv.com::" providerId="AD" clId="Web-{04C624AD-FA97-2F79-CBAD-54B8EC1550E3}" dt="2026-01-19T07:09:42.384" v="7" actId="1076"/>
          <ac:grpSpMkLst>
            <pc:docMk/>
            <pc:sldMk cId="594782999" sldId="270"/>
            <ac:grpSpMk id="3" creationId="{00000000-0000-0000-0000-000000000000}"/>
          </ac:grpSpMkLst>
        </pc:grpChg>
        <pc:grpChg chg="mod">
          <ac:chgData name="yu.golubeva@rostadv.com" userId="S::urn:spo:guest#yu.golubeva@rostadv.com::" providerId="AD" clId="Web-{04C624AD-FA97-2F79-CBAD-54B8EC1550E3}" dt="2026-01-19T07:09:33.977" v="6" actId="1076"/>
          <ac:grpSpMkLst>
            <pc:docMk/>
            <pc:sldMk cId="594782999" sldId="270"/>
            <ac:grpSpMk id="6" creationId="{00000000-0000-0000-0000-000000000000}"/>
          </ac:grpSpMkLst>
        </pc:grpChg>
        <pc:picChg chg="mod">
          <ac:chgData name="yu.golubeva@rostadv.com" userId="S::urn:spo:guest#yu.golubeva@rostadv.com::" providerId="AD" clId="Web-{04C624AD-FA97-2F79-CBAD-54B8EC1550E3}" dt="2026-01-19T07:10:42.698" v="18" actId="1076"/>
          <ac:picMkLst>
            <pc:docMk/>
            <pc:sldMk cId="594782999" sldId="270"/>
            <ac:picMk id="35" creationId="{A69B26A7-2F12-3587-EE5D-17BEE9E81CBA}"/>
          </ac:picMkLst>
        </pc:picChg>
        <pc:picChg chg="mod">
          <ac:chgData name="yu.golubeva@rostadv.com" userId="S::urn:spo:guest#yu.golubeva@rostadv.com::" providerId="AD" clId="Web-{04C624AD-FA97-2F79-CBAD-54B8EC1550E3}" dt="2026-01-19T07:10:49.698" v="20" actId="1076"/>
          <ac:picMkLst>
            <pc:docMk/>
            <pc:sldMk cId="594782999" sldId="270"/>
            <ac:picMk id="36" creationId="{C7FFBD13-FDBC-A203-6D17-FB9D56D948FA}"/>
          </ac:picMkLst>
        </pc:picChg>
        <pc:picChg chg="mod">
          <ac:chgData name="yu.golubeva@rostadv.com" userId="S::urn:spo:guest#yu.golubeva@rostadv.com::" providerId="AD" clId="Web-{04C624AD-FA97-2F79-CBAD-54B8EC1550E3}" dt="2026-01-19T07:10:53.292" v="21" actId="1076"/>
          <ac:picMkLst>
            <pc:docMk/>
            <pc:sldMk cId="594782999" sldId="270"/>
            <ac:picMk id="37" creationId="{446CA24C-4569-52E0-128C-8DE9AA375945}"/>
          </ac:picMkLst>
        </pc:picChg>
        <pc:picChg chg="mod">
          <ac:chgData name="yu.golubeva@rostadv.com" userId="S::urn:spo:guest#yu.golubeva@rostadv.com::" providerId="AD" clId="Web-{04C624AD-FA97-2F79-CBAD-54B8EC1550E3}" dt="2026-01-19T07:10:46.026" v="19" actId="1076"/>
          <ac:picMkLst>
            <pc:docMk/>
            <pc:sldMk cId="594782999" sldId="270"/>
            <ac:picMk id="42" creationId="{F7B3425F-7BDC-9331-0D74-0F4823F539B4}"/>
          </ac:picMkLst>
        </pc:picChg>
      </pc:sldChg>
    </pc:docChg>
  </pc:docChgLst>
  <pc:docChgLst>
    <pc:chgData name="yu.golubeva@rostadv.com" userId="S::urn:spo:guest#yu.golubeva@rostadv.com::" providerId="AD" clId="Web-{D81EB8AE-09A2-F6DE-8290-14E9579330EF}"/>
    <pc:docChg chg="delSld">
      <pc:chgData name="yu.golubeva@rostadv.com" userId="S::urn:spo:guest#yu.golubeva@rostadv.com::" providerId="AD" clId="Web-{D81EB8AE-09A2-F6DE-8290-14E9579330EF}" dt="2026-01-19T04:30:59.314" v="0"/>
      <pc:docMkLst>
        <pc:docMk/>
      </pc:docMkLst>
    </pc:docChg>
  </pc:docChgLst>
  <pc:docChgLst>
    <pc:chgData name="Olga Takhtayeva (External)" userId="S::85174014@bat.com::32dfc51e-6f50-4814-a708-6a46c6719156" providerId="AD" clId="Web-{AF4EC640-B9E8-A7F9-4A1E-8D19661D7A30}"/>
    <pc:docChg chg="mod modSld">
      <pc:chgData name="Olga Takhtayeva (External)" userId="S::85174014@bat.com::32dfc51e-6f50-4814-a708-6a46c6719156" providerId="AD" clId="Web-{AF4EC640-B9E8-A7F9-4A1E-8D19661D7A30}" dt="2026-01-19T13:00:36.247" v="125" actId="20577"/>
      <pc:docMkLst>
        <pc:docMk/>
      </pc:docMkLst>
      <pc:sldChg chg="addSp modSp">
        <pc:chgData name="Olga Takhtayeva (External)" userId="S::85174014@bat.com::32dfc51e-6f50-4814-a708-6a46c6719156" providerId="AD" clId="Web-{AF4EC640-B9E8-A7F9-4A1E-8D19661D7A30}" dt="2026-01-19T13:00:36.247" v="125" actId="20577"/>
        <pc:sldMkLst>
          <pc:docMk/>
          <pc:sldMk cId="436401285" sldId="267"/>
        </pc:sldMkLst>
        <pc:spChg chg="add mod">
          <ac:chgData name="Olga Takhtayeva (External)" userId="S::85174014@bat.com::32dfc51e-6f50-4814-a708-6a46c6719156" providerId="AD" clId="Web-{AF4EC640-B9E8-A7F9-4A1E-8D19661D7A30}" dt="2026-01-19T13:00:36.247" v="125" actId="20577"/>
          <ac:spMkLst>
            <pc:docMk/>
            <pc:sldMk cId="436401285" sldId="267"/>
            <ac:spMk id="10" creationId="{1A5C611F-44C7-4232-3F93-302D78671674}"/>
          </ac:spMkLst>
        </pc:spChg>
        <pc:spChg chg="mod">
          <ac:chgData name="Olga Takhtayeva (External)" userId="S::85174014@bat.com::32dfc51e-6f50-4814-a708-6a46c6719156" providerId="AD" clId="Web-{AF4EC640-B9E8-A7F9-4A1E-8D19661D7A30}" dt="2026-01-19T12:56:53.796" v="59" actId="20577"/>
          <ac:spMkLst>
            <pc:docMk/>
            <pc:sldMk cId="436401285" sldId="267"/>
            <ac:spMk id="43" creationId="{45D2A4C7-5172-32BF-274E-B8DCA22B1CAD}"/>
          </ac:spMkLst>
        </pc:spChg>
      </pc:sldChg>
    </pc:docChg>
  </pc:docChgLst>
  <pc:docChgLst>
    <pc:chgData name="yu.golubeva@rostadv.com" userId="S::urn:spo:guest#yu.golubeva@rostadv.com::" providerId="AD" clId="Web-{6476A688-A2F2-23DD-3DFA-B30512E66E6D}"/>
    <pc:docChg chg="modSld">
      <pc:chgData name="yu.golubeva@rostadv.com" userId="S::urn:spo:guest#yu.golubeva@rostadv.com::" providerId="AD" clId="Web-{6476A688-A2F2-23DD-3DFA-B30512E66E6D}" dt="2026-02-03T12:42:48.642" v="8" actId="1076"/>
      <pc:docMkLst>
        <pc:docMk/>
      </pc:docMkLst>
      <pc:sldChg chg="modSp">
        <pc:chgData name="yu.golubeva@rostadv.com" userId="S::urn:spo:guest#yu.golubeva@rostadv.com::" providerId="AD" clId="Web-{6476A688-A2F2-23DD-3DFA-B30512E66E6D}" dt="2026-02-03T12:42:48.642" v="8" actId="1076"/>
        <pc:sldMkLst>
          <pc:docMk/>
          <pc:sldMk cId="539295760" sldId="268"/>
        </pc:sldMkLst>
        <pc:spChg chg="mod">
          <ac:chgData name="yu.golubeva@rostadv.com" userId="S::urn:spo:guest#yu.golubeva@rostadv.com::" providerId="AD" clId="Web-{6476A688-A2F2-23DD-3DFA-B30512E66E6D}" dt="2026-02-03T12:42:23.516" v="2" actId="1076"/>
          <ac:spMkLst>
            <pc:docMk/>
            <pc:sldMk cId="539295760" sldId="268"/>
            <ac:spMk id="43" creationId="{00000000-0000-0000-0000-000000000000}"/>
          </ac:spMkLst>
        </pc:spChg>
        <pc:spChg chg="mod">
          <ac:chgData name="yu.golubeva@rostadv.com" userId="S::urn:spo:guest#yu.golubeva@rostadv.com::" providerId="AD" clId="Web-{6476A688-A2F2-23DD-3DFA-B30512E66E6D}" dt="2026-02-03T12:42:48.642" v="8" actId="1076"/>
          <ac:spMkLst>
            <pc:docMk/>
            <pc:sldMk cId="539295760" sldId="268"/>
            <ac:spMk id="66" creationId="{00000000-0000-0000-0000-000000000000}"/>
          </ac:spMkLst>
        </pc:spChg>
        <pc:spChg chg="mod">
          <ac:chgData name="yu.golubeva@rostadv.com" userId="S::urn:spo:guest#yu.golubeva@rostadv.com::" providerId="AD" clId="Web-{6476A688-A2F2-23DD-3DFA-B30512E66E6D}" dt="2026-02-03T12:42:26.126" v="3" actId="1076"/>
          <ac:spMkLst>
            <pc:docMk/>
            <pc:sldMk cId="539295760" sldId="268"/>
            <ac:spMk id="67" creationId="{00000000-0000-0000-0000-000000000000}"/>
          </ac:spMkLst>
        </pc:spChg>
        <pc:spChg chg="mod">
          <ac:chgData name="yu.golubeva@rostadv.com" userId="S::urn:spo:guest#yu.golubeva@rostadv.com::" providerId="AD" clId="Web-{6476A688-A2F2-23DD-3DFA-B30512E66E6D}" dt="2026-02-03T12:42:32.110" v="5" actId="1076"/>
          <ac:spMkLst>
            <pc:docMk/>
            <pc:sldMk cId="539295760" sldId="268"/>
            <ac:spMk id="68" creationId="{00000000-0000-0000-0000-000000000000}"/>
          </ac:spMkLst>
        </pc:spChg>
        <pc:spChg chg="mod">
          <ac:chgData name="yu.golubeva@rostadv.com" userId="S::urn:spo:guest#yu.golubeva@rostadv.com::" providerId="AD" clId="Web-{6476A688-A2F2-23DD-3DFA-B30512E66E6D}" dt="2026-02-03T12:42:40.579" v="7" actId="1076"/>
          <ac:spMkLst>
            <pc:docMk/>
            <pc:sldMk cId="539295760" sldId="268"/>
            <ac:spMk id="6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оугольник 49"/>
          <p:cNvSpPr/>
          <p:nvPr/>
        </p:nvSpPr>
        <p:spPr>
          <a:xfrm>
            <a:off x="10635964" y="1896982"/>
            <a:ext cx="6889710" cy="6932688"/>
          </a:xfrm>
          <a:prstGeom prst="rect">
            <a:avLst/>
          </a:prstGeom>
          <a:solidFill>
            <a:srgbClr val="0070C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/>
          <p:cNvSpPr/>
          <p:nvPr/>
        </p:nvSpPr>
        <p:spPr>
          <a:xfrm>
            <a:off x="648738" y="1960465"/>
            <a:ext cx="9050799" cy="5154491"/>
          </a:xfrm>
          <a:prstGeom prst="rect">
            <a:avLst/>
          </a:prstGeom>
          <a:solidFill>
            <a:srgbClr val="0070C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Group 59"/>
          <p:cNvGrpSpPr/>
          <p:nvPr/>
        </p:nvGrpSpPr>
        <p:grpSpPr>
          <a:xfrm>
            <a:off x="15668383" y="336630"/>
            <a:ext cx="2615368" cy="775478"/>
            <a:chOff x="0" y="0"/>
            <a:chExt cx="3487158" cy="1033971"/>
          </a:xfrm>
        </p:grpSpPr>
        <p:sp>
          <p:nvSpPr>
            <p:cNvPr id="4" name="Freeform 60"/>
            <p:cNvSpPr/>
            <p:nvPr/>
          </p:nvSpPr>
          <p:spPr>
            <a:xfrm>
              <a:off x="0" y="0"/>
              <a:ext cx="3157093" cy="941324"/>
            </a:xfrm>
            <a:custGeom>
              <a:avLst/>
              <a:gdLst/>
              <a:ahLst/>
              <a:cxnLst/>
              <a:rect l="l" t="t" r="r" b="b"/>
              <a:pathLst>
                <a:path w="3157093" h="941324">
                  <a:moveTo>
                    <a:pt x="0" y="0"/>
                  </a:moveTo>
                  <a:lnTo>
                    <a:pt x="3157093" y="0"/>
                  </a:lnTo>
                  <a:lnTo>
                    <a:pt x="3157093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61"/>
            <p:cNvSpPr txBox="1"/>
            <p:nvPr/>
          </p:nvSpPr>
          <p:spPr>
            <a:xfrm>
              <a:off x="330123" y="83163"/>
              <a:ext cx="3157035" cy="9508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just">
                <a:lnSpc>
                  <a:spcPts val="1320"/>
                </a:lnSpc>
              </a:pPr>
              <a:endParaRPr dirty="0"/>
            </a:p>
            <a:p>
              <a:pPr algn="l">
                <a:lnSpc>
                  <a:spcPts val="1320"/>
                </a:lnSpc>
              </a:pPr>
              <a:r>
                <a:rPr lang="en-US" sz="11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 КУРЕНИЕ УБИВАЕТ</a:t>
              </a:r>
            </a:p>
            <a:p>
              <a:pPr algn="just">
                <a:lnSpc>
                  <a:spcPts val="1320"/>
                </a:lnSpc>
              </a:pPr>
              <a:endParaRPr lang="en-US" sz="1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just">
                <a:lnSpc>
                  <a:spcPts val="1320"/>
                </a:lnSpc>
              </a:pPr>
              <a:endParaRPr lang="en-US" sz="1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6" name="Group 62"/>
          <p:cNvGrpSpPr>
            <a:grpSpLocks noChangeAspect="1"/>
          </p:cNvGrpSpPr>
          <p:nvPr/>
        </p:nvGrpSpPr>
        <p:grpSpPr>
          <a:xfrm>
            <a:off x="14378965" y="-5411"/>
            <a:ext cx="1454182" cy="1449126"/>
            <a:chOff x="0" y="0"/>
            <a:chExt cx="2039089" cy="2032000"/>
          </a:xfrm>
        </p:grpSpPr>
        <p:sp>
          <p:nvSpPr>
            <p:cNvPr id="7" name="Freeform 63" descr="A close up of a sign  Description automatically generated"/>
            <p:cNvSpPr/>
            <p:nvPr/>
          </p:nvSpPr>
          <p:spPr>
            <a:xfrm>
              <a:off x="0" y="0"/>
              <a:ext cx="2039112" cy="2032000"/>
            </a:xfrm>
            <a:custGeom>
              <a:avLst/>
              <a:gdLst/>
              <a:ahLst/>
              <a:cxnLst/>
              <a:rect l="l" t="t" r="r" b="b"/>
              <a:pathLst>
                <a:path w="2039112" h="2032000">
                  <a:moveTo>
                    <a:pt x="0" y="0"/>
                  </a:moveTo>
                  <a:lnTo>
                    <a:pt x="2039112" y="0"/>
                  </a:lnTo>
                  <a:lnTo>
                    <a:pt x="2039112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" r="1" b="-9"/>
              </a:stretch>
            </a:blipFill>
          </p:spPr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29E0D21-E873-EB46-1C36-A093A021FFD7}"/>
              </a:ext>
            </a:extLst>
          </p:cNvPr>
          <p:cNvSpPr txBox="1"/>
          <p:nvPr/>
        </p:nvSpPr>
        <p:spPr>
          <a:xfrm>
            <a:off x="335562" y="9769629"/>
            <a:ext cx="1722178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69"/>
            <a:r>
              <a:rPr lang="ru-RU" sz="1350" dirty="0">
                <a:solidFill>
                  <a:schemeClr val="bg1"/>
                </a:solidFill>
                <a:latin typeface="Montserrat" panose="00000500000000000000" pitchFamily="2" charset="-52"/>
              </a:rPr>
              <a:t>*Настоящий материал предназначен для внутреннего пользования работниками ТОО "БАТ КТ", а также работниками агентств, оказывающих услуги для ТОО "БАТ КТ</a:t>
            </a:r>
            <a:r>
              <a:rPr lang="en-US" sz="1350" dirty="0">
                <a:solidFill>
                  <a:schemeClr val="bg1"/>
                </a:solidFill>
                <a:latin typeface="Montserrat" panose="00000500000000000000" pitchFamily="2" charset="-52"/>
              </a:rPr>
              <a:t>”.</a:t>
            </a:r>
            <a:r>
              <a:rPr lang="ru-RU" sz="1350" dirty="0">
                <a:solidFill>
                  <a:schemeClr val="bg1"/>
                </a:solidFill>
                <a:latin typeface="Montserrat" panose="00000500000000000000" pitchFamily="2" charset="-52"/>
              </a:rPr>
              <a:t> Не подлежит передаче, распространению, копированию и дальнейшему использованию третьими лицами"</a:t>
            </a:r>
          </a:p>
        </p:txBody>
      </p:sp>
      <p:sp>
        <p:nvSpPr>
          <p:cNvPr id="16" name="Прямоугольник 15"/>
          <p:cNvSpPr/>
          <p:nvPr/>
        </p:nvSpPr>
        <p:spPr>
          <a:xfrm rot="5400000">
            <a:off x="6440111" y="623624"/>
            <a:ext cx="647533" cy="4918243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 rot="5400000">
            <a:off x="6103659" y="2014462"/>
            <a:ext cx="625176" cy="413979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 rot="5400000">
            <a:off x="6187647" y="2936650"/>
            <a:ext cx="457200" cy="413979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 rot="5400000">
            <a:off x="6289861" y="3687711"/>
            <a:ext cx="282921" cy="413979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 rot="5400000">
            <a:off x="6706157" y="4078735"/>
            <a:ext cx="288529" cy="4918243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1263645" y="2720849"/>
            <a:ext cx="28677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King Size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 100 (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KS 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10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0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)</a:t>
            </a:r>
          </a:p>
          <a:p>
            <a:pPr algn="r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Кинг Сайз 100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2150171" y="3750615"/>
            <a:ext cx="198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King Size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 (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KS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)</a:t>
            </a:r>
          </a:p>
          <a:p>
            <a:pPr algn="r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Кинг Сайз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1538454" y="4647643"/>
            <a:ext cx="266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Demi Slims 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(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DS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)</a:t>
            </a:r>
          </a:p>
          <a:p>
            <a:pPr algn="r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Деми (Компактные)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850395" y="5463746"/>
            <a:ext cx="33954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King Size Superslims 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(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KSSS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)</a:t>
            </a:r>
          </a:p>
          <a:p>
            <a:pPr algn="r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Нано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2109916" y="6225746"/>
            <a:ext cx="2078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Superslims 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(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SS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)</a:t>
            </a:r>
          </a:p>
          <a:p>
            <a:pPr algn="r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Суперслимс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36727" y="1995737"/>
            <a:ext cx="4208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Montserrat Bold" panose="00000800000000000000" pitchFamily="2" charset="-52"/>
              </a:rPr>
              <a:t>ФОРМАТЫ СИГАРЕТ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1827" y="3867472"/>
            <a:ext cx="35445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Длина 83 мм Окружность 8 мм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1827" y="2902016"/>
            <a:ext cx="35589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Длина 94 мм Окружность 8 мм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7405" y="4805399"/>
            <a:ext cx="35445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Длина 83 мм Окружность 7 мм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0105" y="5584335"/>
            <a:ext cx="35445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Длина 83 мм Окружность 5 мм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0477" y="6369830"/>
            <a:ext cx="3627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Длина 100 мм Окружность 5 мм </a:t>
            </a:r>
          </a:p>
        </p:txBody>
      </p:sp>
      <p:pic>
        <p:nvPicPr>
          <p:cNvPr id="35" name="Picture 4" descr="\\fs-ua-cee-01\PROJECTS2013\01-BAT\01-Kent\KN-29_HD2.5\Docs\CEP\Presa\091013\design\KENT fiters_acetat.png">
            <a:extLst>
              <a:ext uri="{FF2B5EF4-FFF2-40B4-BE49-F238E27FC236}">
                <a16:creationId xmlns:a16="http://schemas.microsoft.com/office/drawing/2014/main" id="{A69B26A7-2F12-3587-EE5D-17BEE9E81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3278" y="7867135"/>
            <a:ext cx="1611322" cy="766382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7" descr="\\fs-ua-cee-01\PROJECTS2013\01-BAT\01-Kent\KN-29_HD2.5\Docs\CEP\Presa\091013\design\KENT fiters capsule.png">
            <a:extLst>
              <a:ext uri="{FF2B5EF4-FFF2-40B4-BE49-F238E27FC236}">
                <a16:creationId xmlns:a16="http://schemas.microsoft.com/office/drawing/2014/main" id="{C7FFBD13-FDBC-A203-6D17-FB9D56D94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6033460" y="7475624"/>
            <a:ext cx="716316" cy="1590678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8">
            <a:extLst>
              <a:ext uri="{FF2B5EF4-FFF2-40B4-BE49-F238E27FC236}">
                <a16:creationId xmlns:a16="http://schemas.microsoft.com/office/drawing/2014/main" id="{446CA24C-4569-52E0-128C-8DE9AA375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405787" y="7538909"/>
            <a:ext cx="503844" cy="146581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18C7EFA1-D146-5981-333B-344FC59D1318}"/>
              </a:ext>
            </a:extLst>
          </p:cNvPr>
          <p:cNvSpPr txBox="1">
            <a:spLocks/>
          </p:cNvSpPr>
          <p:nvPr/>
        </p:nvSpPr>
        <p:spPr>
          <a:xfrm>
            <a:off x="1411775" y="7442887"/>
            <a:ext cx="7535373" cy="5685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>
              <a:defRPr/>
            </a:pPr>
            <a:r>
              <a:rPr lang="ru-RU" sz="2400" dirty="0">
                <a:solidFill>
                  <a:schemeClr val="bg1"/>
                </a:solidFill>
                <a:latin typeface="Montserrat Bold" panose="00000800000000000000" pitchFamily="2" charset="-52"/>
                <a:ea typeface="+mn-ea"/>
                <a:cs typeface="+mn-cs"/>
              </a:rPr>
              <a:t>ТИПЫ ФИЛЬТРОВ В СИГАРЕТАХ</a:t>
            </a:r>
          </a:p>
          <a:p>
            <a:pPr algn="ctr" defTabSz="914400">
              <a:defRPr/>
            </a:pPr>
            <a:endParaRPr lang="ru-RU" sz="20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/>
            </a:endParaRPr>
          </a:p>
          <a:p>
            <a:pPr algn="ctr" defTabSz="914400">
              <a:defRPr/>
            </a:pPr>
            <a:endParaRPr lang="ru-RU" sz="20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/>
            </a:endParaRPr>
          </a:p>
        </p:txBody>
      </p:sp>
      <p:pic>
        <p:nvPicPr>
          <p:cNvPr id="42" name="Picture 5" descr="\\fs-ua-cee-01\PROJECTS2013\01-BAT\01-Kent\KN-29_HD2.5\Docs\CEP\Presa\091013\design\KENT fiters_charcoal.png">
            <a:extLst>
              <a:ext uri="{FF2B5EF4-FFF2-40B4-BE49-F238E27FC236}">
                <a16:creationId xmlns:a16="http://schemas.microsoft.com/office/drawing/2014/main" id="{F7B3425F-7BDC-9331-0D74-0F4823F53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6762" y="7897359"/>
            <a:ext cx="1776238" cy="698724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: Rounded Corners 7">
            <a:extLst>
              <a:ext uri="{FF2B5EF4-FFF2-40B4-BE49-F238E27FC236}">
                <a16:creationId xmlns:a16="http://schemas.microsoft.com/office/drawing/2014/main" id="{32CC9461-2120-C758-F7C5-E2ECE0463303}"/>
              </a:ext>
            </a:extLst>
          </p:cNvPr>
          <p:cNvSpPr/>
          <p:nvPr/>
        </p:nvSpPr>
        <p:spPr>
          <a:xfrm>
            <a:off x="3144280" y="8723122"/>
            <a:ext cx="1841202" cy="51497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УГОЛЬНЫЙ</a:t>
            </a:r>
          </a:p>
        </p:txBody>
      </p:sp>
      <p:sp>
        <p:nvSpPr>
          <p:cNvPr id="44" name="Rectangle: Rounded Corners 6">
            <a:extLst>
              <a:ext uri="{FF2B5EF4-FFF2-40B4-BE49-F238E27FC236}">
                <a16:creationId xmlns:a16="http://schemas.microsoft.com/office/drawing/2014/main" id="{DDE6B71C-16E0-600E-3366-312771468523}"/>
              </a:ext>
            </a:extLst>
          </p:cNvPr>
          <p:cNvSpPr/>
          <p:nvPr/>
        </p:nvSpPr>
        <p:spPr>
          <a:xfrm>
            <a:off x="751113" y="8711815"/>
            <a:ext cx="1915651" cy="51497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АЦЕТАТНЫЙ</a:t>
            </a:r>
          </a:p>
        </p:txBody>
      </p:sp>
      <p:sp>
        <p:nvSpPr>
          <p:cNvPr id="45" name="Rectangle: Rounded Corners 8">
            <a:extLst>
              <a:ext uri="{FF2B5EF4-FFF2-40B4-BE49-F238E27FC236}">
                <a16:creationId xmlns:a16="http://schemas.microsoft.com/office/drawing/2014/main" id="{A7E5D966-463F-A289-7FE4-0FB27CF48B49}"/>
              </a:ext>
            </a:extLst>
          </p:cNvPr>
          <p:cNvSpPr/>
          <p:nvPr/>
        </p:nvSpPr>
        <p:spPr>
          <a:xfrm>
            <a:off x="5430933" y="8731246"/>
            <a:ext cx="1925616" cy="51497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С КАПСУЛОЙ</a:t>
            </a:r>
          </a:p>
        </p:txBody>
      </p:sp>
      <p:sp>
        <p:nvSpPr>
          <p:cNvPr id="46" name="Rectangle: Rounded Corners 9">
            <a:extLst>
              <a:ext uri="{FF2B5EF4-FFF2-40B4-BE49-F238E27FC236}">
                <a16:creationId xmlns:a16="http://schemas.microsoft.com/office/drawing/2014/main" id="{E1FF3CCD-30A6-87FA-3CDB-5C9BAC0B7702}"/>
              </a:ext>
            </a:extLst>
          </p:cNvPr>
          <p:cNvSpPr/>
          <p:nvPr/>
        </p:nvSpPr>
        <p:spPr>
          <a:xfrm>
            <a:off x="7769350" y="8718722"/>
            <a:ext cx="1906494" cy="51497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ТЬЮБ-ФИЛЬТР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29402" y="1994766"/>
            <a:ext cx="4118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Montserrat Bold" panose="00000800000000000000" pitchFamily="2" charset="-52"/>
              </a:rPr>
              <a:t>ЦЕНОВОЙ СЕГМЕНТ</a:t>
            </a:r>
          </a:p>
        </p:txBody>
      </p:sp>
      <p:sp>
        <p:nvSpPr>
          <p:cNvPr id="48" name="Прямоугольник 47"/>
          <p:cNvSpPr/>
          <p:nvPr/>
        </p:nvSpPr>
        <p:spPr>
          <a:xfrm>
            <a:off x="11336645" y="2915320"/>
            <a:ext cx="5492816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-52"/>
              </a:rPr>
              <a:t>Dunhill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-52"/>
              </a:rPr>
              <a:t> – 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Премиум</a:t>
            </a:r>
          </a:p>
          <a:p>
            <a:pPr lvl="0"/>
            <a:r>
              <a:rPr lang="ru-RU" sz="2200" i="1" dirty="0">
                <a:solidFill>
                  <a:schemeClr val="bg1"/>
                </a:solidFill>
                <a:latin typeface="Montserrat" panose="00000500000000000000" pitchFamily="2" charset="-52"/>
              </a:rPr>
              <a:t>Элегантность, премиальность, британские традиции</a:t>
            </a:r>
            <a:endParaRPr lang="en-US" sz="2200" i="1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endParaRPr lang="ru-RU" sz="2400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-52"/>
              </a:rPr>
              <a:t>Kent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– Амбициозный премиум</a:t>
            </a:r>
          </a:p>
          <a:p>
            <a:r>
              <a:rPr lang="ru-RU" sz="2200" i="1" dirty="0">
                <a:solidFill>
                  <a:schemeClr val="bg1"/>
                </a:solidFill>
                <a:latin typeface="Montserrat" panose="00000500000000000000" pitchFamily="2" charset="-52"/>
              </a:rPr>
              <a:t>Инновационный дух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-52"/>
              </a:rPr>
              <a:t>Rothmans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 – Соотношение цены и качества</a:t>
            </a:r>
          </a:p>
          <a:p>
            <a:r>
              <a:rPr lang="ru-RU" sz="2200" i="1" dirty="0">
                <a:solidFill>
                  <a:schemeClr val="bg1"/>
                </a:solidFill>
                <a:latin typeface="Montserrat" panose="00000500000000000000" pitchFamily="2" charset="-52"/>
              </a:rPr>
              <a:t>Дух Лондона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-52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-52"/>
              </a:rPr>
              <a:t>Lucky Strike</a:t>
            </a:r>
            <a:r>
              <a:rPr lang="ru-RU" sz="2400" b="1" dirty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– Низко ценовой сегмент</a:t>
            </a:r>
          </a:p>
          <a:p>
            <a:r>
              <a:rPr lang="ru-RU" sz="2200" i="1" dirty="0">
                <a:solidFill>
                  <a:schemeClr val="bg1"/>
                </a:solidFill>
                <a:latin typeface="Montserrat" panose="00000500000000000000" pitchFamily="2" charset="-52"/>
              </a:rPr>
              <a:t>Американская классика</a:t>
            </a:r>
            <a:endParaRPr lang="en-US" sz="2200" i="1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048AD9EF-FDE3-692E-BC36-DEF1BEB591B0}"/>
              </a:ext>
            </a:extLst>
          </p:cNvPr>
          <p:cNvSpPr txBox="1"/>
          <p:nvPr/>
        </p:nvSpPr>
        <p:spPr>
          <a:xfrm>
            <a:off x="2703041" y="335693"/>
            <a:ext cx="11046322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ПРОДУКТЫ И БРЕНДЫ</a:t>
            </a:r>
          </a:p>
        </p:txBody>
      </p:sp>
    </p:spTree>
    <p:extLst>
      <p:ext uri="{BB962C8B-B14F-4D97-AF65-F5344CB8AC3E}">
        <p14:creationId xmlns:p14="http://schemas.microsoft.com/office/powerpoint/2010/main" val="59478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45940C5-8DE7-CBB2-BFCA-CDA871A121A6}"/>
              </a:ext>
            </a:extLst>
          </p:cNvPr>
          <p:cNvGrpSpPr/>
          <p:nvPr/>
        </p:nvGrpSpPr>
        <p:grpSpPr>
          <a:xfrm>
            <a:off x="4390500" y="229254"/>
            <a:ext cx="11591659" cy="1741010"/>
            <a:chOff x="2952456" y="385188"/>
            <a:chExt cx="9239543" cy="1356115"/>
          </a:xfrm>
        </p:grpSpPr>
        <p:pic>
          <p:nvPicPr>
            <p:cNvPr id="3" name="Image" descr="Image">
              <a:extLst>
                <a:ext uri="{FF2B5EF4-FFF2-40B4-BE49-F238E27FC236}">
                  <a16:creationId xmlns:a16="http://schemas.microsoft.com/office/drawing/2014/main" id="{683ECF8D-41AF-432E-0897-BCDC300AF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2456" y="652348"/>
              <a:ext cx="2742158" cy="62493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26C8C6D-2348-FEAC-1624-E98D049D2E28}"/>
                </a:ext>
              </a:extLst>
            </p:cNvPr>
            <p:cNvSpPr txBox="1"/>
            <p:nvPr/>
          </p:nvSpPr>
          <p:spPr>
            <a:xfrm>
              <a:off x="6622477" y="521656"/>
              <a:ext cx="5569522" cy="9349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1669">
                <a:defRPr/>
              </a:pPr>
              <a:r>
                <a:rPr lang="ru-RU" sz="3600" b="1" dirty="0">
                  <a:solidFill>
                    <a:prstClr val="white"/>
                  </a:solidFill>
                  <a:latin typeface="Montserrat" panose="00000500000000000000" pitchFamily="2" charset="-52"/>
                </a:rPr>
                <a:t>НОВЫЙ УРОВЕНЬ</a:t>
              </a:r>
              <a:endParaRPr lang="en-US" sz="3600" b="1" dirty="0">
                <a:solidFill>
                  <a:prstClr val="white"/>
                </a:solidFill>
                <a:latin typeface="Montserrat" panose="00000500000000000000" pitchFamily="2" charset="-52"/>
              </a:endParaRPr>
            </a:p>
            <a:p>
              <a:pPr defTabSz="1371669">
                <a:defRPr/>
              </a:pPr>
              <a:r>
                <a:rPr lang="ru-RU" sz="2400" dirty="0">
                  <a:solidFill>
                    <a:prstClr val="white"/>
                  </a:solidFill>
                  <a:latin typeface="Montserrat" panose="00000500000000000000" pitchFamily="2" charset="-52"/>
                </a:rPr>
                <a:t>ПРОДУКТА И УПАКОВКИ</a:t>
              </a:r>
              <a:r>
                <a:rPr lang="en-US" sz="3600" dirty="0">
                  <a:solidFill>
                    <a:prstClr val="white"/>
                  </a:solidFill>
                  <a:latin typeface="Montserrat" panose="00000500000000000000" pitchFamily="2" charset="-52"/>
                </a:rPr>
                <a:t>*</a:t>
              </a:r>
            </a:p>
          </p:txBody>
        </p:sp>
        <p:cxnSp>
          <p:nvCxnSpPr>
            <p:cNvPr id="5" name="Google Shape;462;p48">
              <a:extLst>
                <a:ext uri="{FF2B5EF4-FFF2-40B4-BE49-F238E27FC236}">
                  <a16:creationId xmlns:a16="http://schemas.microsoft.com/office/drawing/2014/main" id="{3F7076EA-3D7E-54DD-6E7A-ABABC1466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8268" y="385188"/>
              <a:ext cx="0" cy="1356115"/>
            </a:xfrm>
            <a:prstGeom prst="straightConnector1">
              <a:avLst/>
            </a:prstGeom>
            <a:noFill/>
            <a:ln w="28575" cap="flat" cmpd="sng" algn="ctr">
              <a:gradFill flip="none" rotWithShape="1">
                <a:gsLst>
                  <a:gs pos="0">
                    <a:srgbClr val="4472C4">
                      <a:lumMod val="5000"/>
                      <a:lumOff val="95000"/>
                      <a:alpha val="0"/>
                    </a:srgbClr>
                  </a:gs>
                  <a:gs pos="50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circle">
                  <a:fillToRect l="100000" t="100000"/>
                </a:path>
                <a:tileRect r="-100000" b="-100000"/>
              </a:gradFill>
              <a:prstDash val="solid"/>
              <a:miter lim="800000"/>
            </a:ln>
            <a:effectLst/>
          </p:spPr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71B8A040-8854-DB6C-216E-4F653C4E7BBC}"/>
              </a:ext>
            </a:extLst>
          </p:cNvPr>
          <p:cNvSpPr txBox="1">
            <a:spLocks/>
          </p:cNvSpPr>
          <p:nvPr/>
        </p:nvSpPr>
        <p:spPr>
          <a:xfrm>
            <a:off x="13117006" y="8828029"/>
            <a:ext cx="5002757" cy="790568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b="1" kern="0">
                <a:gradFill flip="none" rotWithShape="1">
                  <a:gsLst>
                    <a:gs pos="0">
                      <a:srgbClr val="B18338"/>
                    </a:gs>
                    <a:gs pos="24000">
                      <a:srgbClr val="C4A87E"/>
                    </a:gs>
                    <a:gs pos="84000">
                      <a:srgbClr val="FDE6AA"/>
                    </a:gs>
                    <a:gs pos="100000">
                      <a:srgbClr val="B78A40"/>
                    </a:gs>
                  </a:gsLst>
                  <a:lin ang="0" scaled="0"/>
                </a:gradFill>
                <a:latin typeface="Montserrat"/>
                <a:ea typeface="Open Sans"/>
                <a:cs typeface="Calibri"/>
              </a:defRPr>
            </a:lvl1pPr>
          </a:lstStyle>
          <a:p>
            <a:pPr defTabSz="1371669">
              <a:defRPr/>
            </a:pPr>
            <a:r>
              <a:rPr lang="en-US" sz="1350" dirty="0">
                <a:solidFill>
                  <a:prstClr val="white"/>
                </a:solidFill>
                <a:latin typeface="Montserrat" panose="00000500000000000000" pitchFamily="2" charset="-52"/>
              </a:rPr>
              <a:t>*</a:t>
            </a:r>
            <a:r>
              <a:rPr lang="ru-RU" sz="1350" dirty="0">
                <a:solidFill>
                  <a:prstClr val="white"/>
                </a:solidFill>
                <a:latin typeface="Montserrat" panose="00000500000000000000" pitchFamily="2" charset="-52"/>
              </a:rPr>
              <a:t>относительно предыдущей пачки </a:t>
            </a:r>
            <a:r>
              <a:rPr lang="en-US" sz="1350" dirty="0">
                <a:solidFill>
                  <a:prstClr val="white"/>
                </a:solidFill>
                <a:latin typeface="Montserrat" panose="00000500000000000000" pitchFamily="2" charset="-52"/>
              </a:rPr>
              <a:t>KENT</a:t>
            </a:r>
            <a:r>
              <a:rPr lang="en-US" sz="1350" baseline="30000" dirty="0">
                <a:solidFill>
                  <a:prstClr val="white"/>
                </a:solidFill>
                <a:latin typeface="Montserrat" panose="00000500000000000000" pitchFamily="2" charset="-52"/>
              </a:rPr>
              <a:t>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420C8-6E5F-1FF3-C420-99CCA29DB9E0}"/>
              </a:ext>
            </a:extLst>
          </p:cNvPr>
          <p:cNvSpPr txBox="1"/>
          <p:nvPr/>
        </p:nvSpPr>
        <p:spPr>
          <a:xfrm>
            <a:off x="2103157" y="2183555"/>
            <a:ext cx="3454595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371669">
              <a:defRPr/>
            </a:pPr>
            <a:r>
              <a:rPr lang="en-US" sz="2100" b="1" dirty="0">
                <a:solidFill>
                  <a:prstClr val="white"/>
                </a:solidFill>
                <a:latin typeface="Montserrat" panose="00000500000000000000" pitchFamily="2" charset="-52"/>
              </a:rPr>
              <a:t>HD</a:t>
            </a:r>
            <a:endParaRPr lang="en-US" sz="4800" b="1" dirty="0">
              <a:solidFill>
                <a:prstClr val="white"/>
              </a:solidFill>
              <a:latin typeface="Montserrat" panose="000005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21854-BCEC-D5CD-09EA-90BF8B4BD37A}"/>
              </a:ext>
            </a:extLst>
          </p:cNvPr>
          <p:cNvSpPr txBox="1"/>
          <p:nvPr/>
        </p:nvSpPr>
        <p:spPr>
          <a:xfrm>
            <a:off x="6974439" y="2183555"/>
            <a:ext cx="5273355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371669">
              <a:defRPr/>
            </a:pPr>
            <a:r>
              <a:rPr lang="en-US" sz="2100" b="1">
                <a:solidFill>
                  <a:prstClr val="white"/>
                </a:solidFill>
                <a:latin typeface="Montserrat" panose="00000500000000000000" pitchFamily="2" charset="-52"/>
              </a:rPr>
              <a:t>NANO</a:t>
            </a:r>
            <a:endParaRPr lang="en-US" sz="4800" b="1">
              <a:solidFill>
                <a:prstClr val="white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58FDA-FBB8-A00E-B7B5-32D5EC88BC22}"/>
              </a:ext>
            </a:extLst>
          </p:cNvPr>
          <p:cNvSpPr txBox="1"/>
          <p:nvPr/>
        </p:nvSpPr>
        <p:spPr>
          <a:xfrm>
            <a:off x="13684158" y="2183555"/>
            <a:ext cx="3120812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371669">
              <a:defRPr/>
            </a:pPr>
            <a:r>
              <a:rPr lang="en-US" sz="2100" b="1">
                <a:solidFill>
                  <a:prstClr val="white"/>
                </a:solidFill>
                <a:latin typeface="Montserrat" panose="00000500000000000000" pitchFamily="2" charset="-52"/>
              </a:rPr>
              <a:t>CRYSTAL</a:t>
            </a:r>
            <a:endParaRPr lang="en-US" sz="4800" b="1">
              <a:solidFill>
                <a:prstClr val="white"/>
              </a:solidFill>
              <a:latin typeface="Montserrat" panose="00000500000000000000" pitchFamily="2" charset="-52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543862" y="2546933"/>
            <a:ext cx="2481770" cy="501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Формат </a:t>
            </a: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King Size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891390" y="3411843"/>
            <a:ext cx="33653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62877" lvl="1" indent="-81439"/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Kent Blue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– 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6 мг </a:t>
            </a:r>
          </a:p>
          <a:p>
            <a:pPr marL="162877" lvl="1" indent="-81439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Насыщенный вкус табака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410457" y="2507047"/>
            <a:ext cx="4070345" cy="501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Формат </a:t>
            </a: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King Size</a:t>
            </a: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Super Slims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3860210" y="2540118"/>
            <a:ext cx="2768708" cy="501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Формат </a:t>
            </a: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Demi Slims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1871796" y="4381500"/>
            <a:ext cx="40257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62877" lvl="1" indent="-81439"/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Kent Silver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– 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4 мг </a:t>
            </a:r>
          </a:p>
          <a:p>
            <a:pPr marL="162877" lvl="1" indent="-81439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Средняя насыщенность табака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956812" y="4229100"/>
            <a:ext cx="719588" cy="70719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8160230" y="4885430"/>
            <a:ext cx="40562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2877" lvl="1" indent="-81439"/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Kent Nano Feel Aroma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– 4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мг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 </a:t>
            </a:r>
          </a:p>
          <a:p>
            <a:pPr marL="162877" lvl="1" indent="-81439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</a:rPr>
              <a:t>Классический вкус табака с утончённой ягодной капсулой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8144785" y="3266944"/>
            <a:ext cx="34454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62877" lvl="1" indent="-81439"/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Kent Nano Silver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– 4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мг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  <a:p>
            <a:pPr marL="162877" lvl="1" indent="-81439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Классический вкус табака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8181937" y="4076700"/>
            <a:ext cx="38991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62877" lvl="1" indent="-81439"/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Kent Nano White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– 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 2 мг </a:t>
            </a:r>
          </a:p>
          <a:p>
            <a:pPr marL="162877" lvl="1" indent="-81439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Самые легкие в линейке Кент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13947574" y="3234754"/>
            <a:ext cx="39178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2877" lvl="1" indent="-81439"/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Kent Crystal Blue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–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 6 мг </a:t>
            </a:r>
          </a:p>
          <a:p>
            <a:pPr marL="162877" lvl="1" indent="-81439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Насыщенный , с характерным вкусом</a:t>
            </a:r>
          </a:p>
        </p:txBody>
      </p:sp>
      <p:sp>
        <p:nvSpPr>
          <p:cNvPr id="34" name="Прямоугольник 33"/>
          <p:cNvSpPr/>
          <p:nvPr/>
        </p:nvSpPr>
        <p:spPr>
          <a:xfrm>
            <a:off x="13947574" y="4345232"/>
            <a:ext cx="37047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2877" lvl="1" indent="-81439"/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  <a:ea typeface="Montserrat Bold"/>
                <a:cs typeface="Montserrat Bold"/>
                <a:sym typeface="Montserrat Bold"/>
              </a:rPr>
              <a:t>Kent Crystal Silver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–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 4 мг </a:t>
            </a:r>
          </a:p>
          <a:p>
            <a:pPr marL="162877" lvl="1" indent="-81439"/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ontserrat"/>
                <a:cs typeface="Montserrat"/>
                <a:sym typeface="Montserrat"/>
              </a:rPr>
              <a:t>Средняя насыщенность, с характерным вкусом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grpSp>
        <p:nvGrpSpPr>
          <p:cNvPr id="35" name="Group 59"/>
          <p:cNvGrpSpPr/>
          <p:nvPr/>
        </p:nvGrpSpPr>
        <p:grpSpPr>
          <a:xfrm>
            <a:off x="1349991" y="9511522"/>
            <a:ext cx="2615368" cy="775478"/>
            <a:chOff x="0" y="0"/>
            <a:chExt cx="3487158" cy="1033971"/>
          </a:xfrm>
        </p:grpSpPr>
        <p:sp>
          <p:nvSpPr>
            <p:cNvPr id="36" name="Freeform 60"/>
            <p:cNvSpPr/>
            <p:nvPr/>
          </p:nvSpPr>
          <p:spPr>
            <a:xfrm>
              <a:off x="0" y="0"/>
              <a:ext cx="3157093" cy="941324"/>
            </a:xfrm>
            <a:custGeom>
              <a:avLst/>
              <a:gdLst/>
              <a:ahLst/>
              <a:cxnLst/>
              <a:rect l="l" t="t" r="r" b="b"/>
              <a:pathLst>
                <a:path w="3157093" h="941324">
                  <a:moveTo>
                    <a:pt x="0" y="0"/>
                  </a:moveTo>
                  <a:lnTo>
                    <a:pt x="3157093" y="0"/>
                  </a:lnTo>
                  <a:lnTo>
                    <a:pt x="3157093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61"/>
            <p:cNvSpPr txBox="1"/>
            <p:nvPr/>
          </p:nvSpPr>
          <p:spPr>
            <a:xfrm>
              <a:off x="330123" y="83163"/>
              <a:ext cx="3157035" cy="9508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just">
                <a:lnSpc>
                  <a:spcPts val="1320"/>
                </a:lnSpc>
              </a:pPr>
              <a:endParaRPr dirty="0"/>
            </a:p>
            <a:p>
              <a:pPr algn="l">
                <a:lnSpc>
                  <a:spcPts val="1320"/>
                </a:lnSpc>
              </a:pPr>
              <a:r>
                <a:rPr lang="en-US" sz="11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 КУРЕНИЕ УБИВАЕТ</a:t>
              </a:r>
            </a:p>
            <a:p>
              <a:pPr algn="just">
                <a:lnSpc>
                  <a:spcPts val="1320"/>
                </a:lnSpc>
              </a:pPr>
              <a:endParaRPr lang="en-US" sz="1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just">
                <a:lnSpc>
                  <a:spcPts val="1320"/>
                </a:lnSpc>
              </a:pPr>
              <a:endParaRPr lang="en-US" sz="1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38" name="Group 62"/>
          <p:cNvGrpSpPr>
            <a:grpSpLocks noChangeAspect="1"/>
          </p:cNvGrpSpPr>
          <p:nvPr/>
        </p:nvGrpSpPr>
        <p:grpSpPr>
          <a:xfrm>
            <a:off x="91465" y="8829670"/>
            <a:ext cx="1454182" cy="1449126"/>
            <a:chOff x="0" y="0"/>
            <a:chExt cx="2039089" cy="2032000"/>
          </a:xfrm>
        </p:grpSpPr>
        <p:sp>
          <p:nvSpPr>
            <p:cNvPr id="39" name="Freeform 63" descr="A close up of a sign  Description automatically generated"/>
            <p:cNvSpPr/>
            <p:nvPr/>
          </p:nvSpPr>
          <p:spPr>
            <a:xfrm>
              <a:off x="0" y="0"/>
              <a:ext cx="2039112" cy="2032000"/>
            </a:xfrm>
            <a:custGeom>
              <a:avLst/>
              <a:gdLst/>
              <a:ahLst/>
              <a:cxnLst/>
              <a:rect l="l" t="t" r="r" b="b"/>
              <a:pathLst>
                <a:path w="2039112" h="2032000">
                  <a:moveTo>
                    <a:pt x="0" y="0"/>
                  </a:moveTo>
                  <a:lnTo>
                    <a:pt x="2039112" y="0"/>
                  </a:lnTo>
                  <a:lnTo>
                    <a:pt x="2039112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" r="1" b="-9"/>
              </a:stretch>
            </a:blipFill>
          </p:spPr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29E0D21-E873-EB46-1C36-A093A021FFD7}"/>
              </a:ext>
            </a:extLst>
          </p:cNvPr>
          <p:cNvSpPr txBox="1"/>
          <p:nvPr/>
        </p:nvSpPr>
        <p:spPr>
          <a:xfrm>
            <a:off x="3965359" y="9630616"/>
            <a:ext cx="140244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69"/>
            <a:r>
              <a:rPr lang="ru-RU" sz="1350" dirty="0">
                <a:solidFill>
                  <a:schemeClr val="bg1"/>
                </a:solidFill>
                <a:latin typeface="Montserrat" panose="00000500000000000000" pitchFamily="2" charset="-52"/>
              </a:rPr>
              <a:t>*Настоящий материал предназначен для внутреннего пользования работниками ТОО "БАТ КТ", а также работниками агентств, оказывающих услуги для ТОО "БАТ КТ</a:t>
            </a:r>
            <a:r>
              <a:rPr lang="en-US" sz="1350" dirty="0">
                <a:solidFill>
                  <a:schemeClr val="bg1"/>
                </a:solidFill>
                <a:latin typeface="Montserrat" panose="00000500000000000000" pitchFamily="2" charset="-52"/>
              </a:rPr>
              <a:t>”.</a:t>
            </a:r>
            <a:r>
              <a:rPr lang="ru-RU" sz="1350" dirty="0">
                <a:solidFill>
                  <a:schemeClr val="bg1"/>
                </a:solidFill>
                <a:latin typeface="Montserrat" panose="00000500000000000000" pitchFamily="2" charset="-52"/>
              </a:rPr>
              <a:t> Не подлежит передаче, распространению, копированию и дальнейшему использованию третьими лицами"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4D228E07-48FC-D126-734F-ED2650A9F163}"/>
              </a:ext>
            </a:extLst>
          </p:cNvPr>
          <p:cNvSpPr/>
          <p:nvPr/>
        </p:nvSpPr>
        <p:spPr>
          <a:xfrm>
            <a:off x="1878327" y="6094753"/>
            <a:ext cx="6721759" cy="173212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71669">
              <a:defRPr/>
            </a:pPr>
            <a:r>
              <a:rPr lang="ru-RU" b="1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НОВАЯ ПРЕМИАЛЬНАЯ УПАКОВКА*</a:t>
            </a:r>
          </a:p>
          <a:p>
            <a:pPr algn="ctr" defTabSz="1371669">
              <a:defRPr/>
            </a:pP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ПЛОТНЫЙ КАРТОН,  ТИСНЕНИЕ ФОЛЬГОЙ, ТАКТИЛЬНЫЙ ЛАК, ОБНОВЛЕННЫЙ ДИЗАЙН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  <a:cs typeface="Helvetica"/>
            </a:endParaRPr>
          </a:p>
        </p:txBody>
      </p:sp>
      <p:sp>
        <p:nvSpPr>
          <p:cNvPr id="43" name="Rectangle 22">
            <a:extLst>
              <a:ext uri="{FF2B5EF4-FFF2-40B4-BE49-F238E27FC236}">
                <a16:creationId xmlns:a16="http://schemas.microsoft.com/office/drawing/2014/main" id="{45D2A4C7-5172-32BF-274E-B8DCA22B1CAD}"/>
              </a:ext>
            </a:extLst>
          </p:cNvPr>
          <p:cNvSpPr/>
          <p:nvPr/>
        </p:nvSpPr>
        <p:spPr>
          <a:xfrm>
            <a:off x="2335274" y="7367907"/>
            <a:ext cx="6287609" cy="173212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71669">
              <a:defRPr/>
            </a:pPr>
            <a:r>
              <a:rPr lang="ru-RU" b="1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ИМПОРТНЫЕ ТАБАКИ</a:t>
            </a:r>
          </a:p>
          <a:p>
            <a:pPr algn="ctr" defTabSz="1371669">
              <a:defRPr/>
            </a:pPr>
            <a:r>
              <a:rPr lang="ru-RU" dirty="0">
                <a:solidFill>
                  <a:schemeClr val="bg1"/>
                </a:solidFill>
                <a:latin typeface="Montserrat"/>
                <a:cs typeface="Helvetica"/>
              </a:rPr>
              <a:t>ПРИ ПРОИЗВОДСТВЕ СИГАРЕТ </a:t>
            </a:r>
            <a:r>
              <a:rPr lang="en-US" dirty="0">
                <a:solidFill>
                  <a:schemeClr val="bg1"/>
                </a:solidFill>
                <a:latin typeface="Montserrat"/>
                <a:cs typeface="Helvetica"/>
              </a:rPr>
              <a:t>KENT 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  <a:cs typeface="Helvetica"/>
            </a:endParaRPr>
          </a:p>
          <a:p>
            <a:pPr algn="ctr" defTabSz="1371669">
              <a:defRPr/>
            </a:pPr>
            <a:r>
              <a:rPr lang="en-US" dirty="0">
                <a:solidFill>
                  <a:schemeClr val="bg1"/>
                </a:solidFill>
                <a:latin typeface="Montserrat"/>
                <a:cs typeface="Helvetica"/>
              </a:rPr>
              <a:t>только тщательно отобранные, премиум сорта для чистого вкуса</a:t>
            </a:r>
            <a:endParaRPr lang="ru-RU" dirty="0" err="1">
              <a:solidFill>
                <a:schemeClr val="bg1"/>
              </a:solidFill>
              <a:latin typeface="Montserrat" panose="00000500000000000000" pitchFamily="2" charset="-52"/>
              <a:cs typeface="Helvetica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51E5713D-5C30-07CC-E748-EAC8A2B436FD}"/>
              </a:ext>
            </a:extLst>
          </p:cNvPr>
          <p:cNvSpPr/>
          <p:nvPr/>
        </p:nvSpPr>
        <p:spPr>
          <a:xfrm>
            <a:off x="9469847" y="6059461"/>
            <a:ext cx="7552583" cy="173212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71669">
              <a:defRPr/>
            </a:pPr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TASTE+ TRIPLE CORE </a:t>
            </a:r>
            <a:r>
              <a:rPr lang="ru-RU" b="1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ФИЛЬТР</a:t>
            </a:r>
          </a:p>
          <a:p>
            <a:pPr algn="ctr" defTabSz="1371669">
              <a:defRPr/>
            </a:pP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УЛУЧШЕННЫЙ ТРЕХСЕКЦИОННЫЙ ФИЛЬТР ДЛЯ БОЛЕЕ СБАЛАНСИРОВАННОГО И МЯГКОГО ВКУСА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  <a:cs typeface="Helvetica"/>
            </a:endParaRPr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7F293D14-C231-0C14-4FFC-CF420746FAEB}"/>
              </a:ext>
            </a:extLst>
          </p:cNvPr>
          <p:cNvSpPr/>
          <p:nvPr/>
        </p:nvSpPr>
        <p:spPr>
          <a:xfrm>
            <a:off x="9611116" y="7454180"/>
            <a:ext cx="7610084" cy="16002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71669">
              <a:defRPr/>
            </a:pPr>
            <a:r>
              <a:rPr lang="ru-RU" b="1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ТЕХНОЛОГИЯ </a:t>
            </a:r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REDUCED SMELL</a:t>
            </a:r>
            <a:endParaRPr lang="ru-RU" b="1" dirty="0">
              <a:solidFill>
                <a:schemeClr val="bg1"/>
              </a:solidFill>
              <a:latin typeface="Montserrat" panose="00000500000000000000" pitchFamily="2" charset="-52"/>
              <a:cs typeface="Helvetica"/>
            </a:endParaRPr>
          </a:p>
          <a:p>
            <a:pPr algn="ctr" defTabSz="1371669">
              <a:defRPr/>
            </a:pP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МЕНЬШЕ ЗАПАХА ТАБАКА НА РУКАХ И ОДЕЖДЕ</a:t>
            </a:r>
          </a:p>
          <a:p>
            <a:pPr algn="ctr" defTabSz="1371669">
              <a:defRPr/>
            </a:pP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cs typeface="Helvetica"/>
              </a:rPr>
              <a:t>С ПОМОЩЬЮ СПЕЦИАЛЬНОЙ СИГАРЕТНОЙ БУМАГИ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  <a:cs typeface="Helvetica"/>
            </a:endParaRPr>
          </a:p>
        </p:txBody>
      </p:sp>
      <p:cxnSp>
        <p:nvCxnSpPr>
          <p:cNvPr id="46" name="Google Shape;462;p48">
            <a:extLst>
              <a:ext uri="{FF2B5EF4-FFF2-40B4-BE49-F238E27FC236}">
                <a16:creationId xmlns:a16="http://schemas.microsoft.com/office/drawing/2014/main" id="{8B7EBE2E-BB80-C5DF-A580-755F6C7E68E9}"/>
              </a:ext>
            </a:extLst>
          </p:cNvPr>
          <p:cNvCxnSpPr>
            <a:cxnSpLocks/>
          </p:cNvCxnSpPr>
          <p:nvPr/>
        </p:nvCxnSpPr>
        <p:spPr>
          <a:xfrm flipV="1">
            <a:off x="8991600" y="6515100"/>
            <a:ext cx="3201" cy="1905000"/>
          </a:xfrm>
          <a:prstGeom prst="straightConnector1">
            <a:avLst/>
          </a:prstGeom>
          <a:noFill/>
          <a:ln w="28575" cap="flat" cmpd="sng" algn="ctr">
            <a:gradFill flip="none" rotWithShape="1">
              <a:gsLst>
                <a:gs pos="0">
                  <a:srgbClr val="4472C4">
                    <a:lumMod val="5000"/>
                    <a:lumOff val="95000"/>
                    <a:alpha val="0"/>
                  </a:srgbClr>
                </a:gs>
                <a:gs pos="5000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miter lim="800000"/>
          </a:ln>
          <a:effectLst/>
        </p:spPr>
      </p:cxnSp>
      <p:sp>
        <p:nvSpPr>
          <p:cNvPr id="48" name="Овал 47"/>
          <p:cNvSpPr/>
          <p:nvPr/>
        </p:nvSpPr>
        <p:spPr>
          <a:xfrm>
            <a:off x="12964570" y="4170613"/>
            <a:ext cx="719588" cy="70719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/>
          <p:cNvSpPr/>
          <p:nvPr/>
        </p:nvSpPr>
        <p:spPr>
          <a:xfrm>
            <a:off x="7129012" y="3183830"/>
            <a:ext cx="719588" cy="70719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/>
          <p:cNvSpPr/>
          <p:nvPr/>
        </p:nvSpPr>
        <p:spPr>
          <a:xfrm>
            <a:off x="7129012" y="4025268"/>
            <a:ext cx="719588" cy="70719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/>
          <p:cNvSpPr/>
          <p:nvPr/>
        </p:nvSpPr>
        <p:spPr>
          <a:xfrm>
            <a:off x="7129012" y="4838700"/>
            <a:ext cx="719588" cy="707197"/>
          </a:xfrm>
          <a:prstGeom prst="ellipse">
            <a:avLst/>
          </a:prstGeom>
          <a:solidFill>
            <a:srgbClr val="CC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Овал 52"/>
          <p:cNvSpPr/>
          <p:nvPr/>
        </p:nvSpPr>
        <p:spPr>
          <a:xfrm>
            <a:off x="12964570" y="3251097"/>
            <a:ext cx="719588" cy="70719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Овал 53"/>
          <p:cNvSpPr/>
          <p:nvPr/>
        </p:nvSpPr>
        <p:spPr>
          <a:xfrm>
            <a:off x="956812" y="3318071"/>
            <a:ext cx="719588" cy="70719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8" name="Google Shape;462;p48">
            <a:extLst>
              <a:ext uri="{FF2B5EF4-FFF2-40B4-BE49-F238E27FC236}">
                <a16:creationId xmlns:a16="http://schemas.microsoft.com/office/drawing/2014/main" id="{8B7EBE2E-BB80-C5DF-A580-755F6C7E68E9}"/>
              </a:ext>
            </a:extLst>
          </p:cNvPr>
          <p:cNvCxnSpPr>
            <a:cxnSpLocks/>
          </p:cNvCxnSpPr>
          <p:nvPr/>
        </p:nvCxnSpPr>
        <p:spPr>
          <a:xfrm flipH="1">
            <a:off x="4419600" y="6057900"/>
            <a:ext cx="10172700" cy="16682"/>
          </a:xfrm>
          <a:prstGeom prst="straightConnector1">
            <a:avLst/>
          </a:prstGeom>
          <a:noFill/>
          <a:ln w="28575" cap="flat" cmpd="sng" algn="ctr">
            <a:gradFill flip="none" rotWithShape="1">
              <a:gsLst>
                <a:gs pos="0">
                  <a:srgbClr val="4472C4">
                    <a:lumMod val="5000"/>
                    <a:lumOff val="95000"/>
                    <a:alpha val="0"/>
                  </a:srgbClr>
                </a:gs>
                <a:gs pos="5000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miter lim="800000"/>
          </a:ln>
          <a:effectLst/>
        </p:spPr>
      </p:cxnSp>
      <p:sp>
        <p:nvSpPr>
          <p:cNvPr id="10" name="Прямоугольник 18">
            <a:extLst>
              <a:ext uri="{FF2B5EF4-FFF2-40B4-BE49-F238E27FC236}">
                <a16:creationId xmlns:a16="http://schemas.microsoft.com/office/drawing/2014/main" id="{1A5C611F-44C7-4232-3F93-302D78671674}"/>
              </a:ext>
            </a:extLst>
          </p:cNvPr>
          <p:cNvSpPr/>
          <p:nvPr/>
        </p:nvSpPr>
        <p:spPr>
          <a:xfrm>
            <a:off x="1885566" y="5138909"/>
            <a:ext cx="4617821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62560" lvl="1" indent="-81280"/>
            <a:r>
              <a:rPr lang="en-US" b="1" dirty="0">
                <a:solidFill>
                  <a:schemeClr val="bg1"/>
                </a:solidFill>
                <a:latin typeface="Montserrat"/>
                <a:sym typeface="Montserrat Bold"/>
              </a:rPr>
              <a:t> </a:t>
            </a:r>
            <a:r>
              <a:rPr lang="en-US" dirty="0">
                <a:solidFill>
                  <a:schemeClr val="bg1"/>
                </a:solidFill>
                <a:latin typeface="Montserrat"/>
                <a:sym typeface="Montserrat Bold"/>
              </a:rPr>
              <a:t>Обладают сбалансированным и мягким вкусом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401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9"/>
          <p:cNvGrpSpPr/>
          <p:nvPr/>
        </p:nvGrpSpPr>
        <p:grpSpPr>
          <a:xfrm>
            <a:off x="1343360" y="9511522"/>
            <a:ext cx="2615368" cy="775478"/>
            <a:chOff x="0" y="0"/>
            <a:chExt cx="3487158" cy="103397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157093" cy="941324"/>
            </a:xfrm>
            <a:custGeom>
              <a:avLst/>
              <a:gdLst/>
              <a:ahLst/>
              <a:cxnLst/>
              <a:rect l="l" t="t" r="r" b="b"/>
              <a:pathLst>
                <a:path w="3157093" h="941324">
                  <a:moveTo>
                    <a:pt x="0" y="0"/>
                  </a:moveTo>
                  <a:lnTo>
                    <a:pt x="3157093" y="0"/>
                  </a:lnTo>
                  <a:lnTo>
                    <a:pt x="3157093" y="941324"/>
                  </a:lnTo>
                  <a:lnTo>
                    <a:pt x="0" y="9413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330123" y="83163"/>
              <a:ext cx="3157035" cy="9508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just">
                <a:lnSpc>
                  <a:spcPts val="1320"/>
                </a:lnSpc>
              </a:pPr>
              <a:endParaRPr dirty="0"/>
            </a:p>
            <a:p>
              <a:pPr algn="l">
                <a:lnSpc>
                  <a:spcPts val="1320"/>
                </a:lnSpc>
              </a:pPr>
              <a:r>
                <a:rPr lang="en-US" sz="11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 КУРЕНИЕ УБИВАЕТ</a:t>
              </a:r>
            </a:p>
            <a:p>
              <a:pPr algn="just">
                <a:lnSpc>
                  <a:spcPts val="1320"/>
                </a:lnSpc>
              </a:pPr>
              <a:endParaRPr lang="en-US" sz="1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just">
                <a:lnSpc>
                  <a:spcPts val="1320"/>
                </a:lnSpc>
              </a:pPr>
              <a:endParaRPr lang="en-US" sz="1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485089" y="451377"/>
            <a:ext cx="594417" cy="3975930"/>
            <a:chOff x="0" y="0"/>
            <a:chExt cx="751367" cy="3515636"/>
          </a:xfrm>
          <a:solidFill>
            <a:srgbClr val="EEECE1"/>
          </a:solidFill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738632" cy="3503041"/>
            </a:xfrm>
            <a:custGeom>
              <a:avLst/>
              <a:gdLst/>
              <a:ahLst/>
              <a:cxnLst/>
              <a:rect l="l" t="t" r="r" b="b"/>
              <a:pathLst>
                <a:path w="738632" h="3503041">
                  <a:moveTo>
                    <a:pt x="0" y="124841"/>
                  </a:moveTo>
                  <a:cubicBezTo>
                    <a:pt x="0" y="55880"/>
                    <a:pt x="55118" y="0"/>
                    <a:pt x="123063" y="0"/>
                  </a:cubicBezTo>
                  <a:lnTo>
                    <a:pt x="615569" y="0"/>
                  </a:lnTo>
                  <a:cubicBezTo>
                    <a:pt x="683514" y="0"/>
                    <a:pt x="738632" y="55880"/>
                    <a:pt x="738632" y="124841"/>
                  </a:cubicBezTo>
                  <a:lnTo>
                    <a:pt x="738632" y="3378200"/>
                  </a:lnTo>
                  <a:cubicBezTo>
                    <a:pt x="738632" y="3447161"/>
                    <a:pt x="683514" y="3503041"/>
                    <a:pt x="615569" y="3503041"/>
                  </a:cubicBezTo>
                  <a:lnTo>
                    <a:pt x="123063" y="3503041"/>
                  </a:lnTo>
                  <a:cubicBezTo>
                    <a:pt x="55118" y="3503041"/>
                    <a:pt x="0" y="3447161"/>
                    <a:pt x="0" y="3378200"/>
                  </a:cubicBezTo>
                  <a:close/>
                </a:path>
              </a:pathLst>
            </a:custGeom>
            <a:grpFill/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51332" cy="3515741"/>
            </a:xfrm>
            <a:custGeom>
              <a:avLst/>
              <a:gdLst/>
              <a:ahLst/>
              <a:cxnLst/>
              <a:rect l="l" t="t" r="r" b="b"/>
              <a:pathLst>
                <a:path w="751332" h="3515741">
                  <a:moveTo>
                    <a:pt x="0" y="131191"/>
                  </a:moveTo>
                  <a:cubicBezTo>
                    <a:pt x="0" y="58801"/>
                    <a:pt x="57912" y="0"/>
                    <a:pt x="129413" y="0"/>
                  </a:cubicBezTo>
                  <a:lnTo>
                    <a:pt x="621919" y="0"/>
                  </a:lnTo>
                  <a:lnTo>
                    <a:pt x="621919" y="6350"/>
                  </a:lnTo>
                  <a:lnTo>
                    <a:pt x="621919" y="0"/>
                  </a:lnTo>
                  <a:cubicBezTo>
                    <a:pt x="693547" y="0"/>
                    <a:pt x="751332" y="58801"/>
                    <a:pt x="751332" y="131191"/>
                  </a:cubicBezTo>
                  <a:lnTo>
                    <a:pt x="744982" y="131191"/>
                  </a:lnTo>
                  <a:lnTo>
                    <a:pt x="751332" y="131191"/>
                  </a:lnTo>
                  <a:lnTo>
                    <a:pt x="751332" y="3384550"/>
                  </a:lnTo>
                  <a:lnTo>
                    <a:pt x="744982" y="3384550"/>
                  </a:lnTo>
                  <a:lnTo>
                    <a:pt x="751332" y="3384550"/>
                  </a:lnTo>
                  <a:cubicBezTo>
                    <a:pt x="751332" y="3456940"/>
                    <a:pt x="693420" y="3515741"/>
                    <a:pt x="621919" y="3515741"/>
                  </a:cubicBezTo>
                  <a:lnTo>
                    <a:pt x="621919" y="3509391"/>
                  </a:lnTo>
                  <a:lnTo>
                    <a:pt x="621919" y="3515741"/>
                  </a:lnTo>
                  <a:lnTo>
                    <a:pt x="129413" y="3515741"/>
                  </a:lnTo>
                  <a:lnTo>
                    <a:pt x="129413" y="3509391"/>
                  </a:lnTo>
                  <a:lnTo>
                    <a:pt x="129413" y="3515741"/>
                  </a:lnTo>
                  <a:cubicBezTo>
                    <a:pt x="57912" y="3515614"/>
                    <a:pt x="0" y="3456813"/>
                    <a:pt x="0" y="3384550"/>
                  </a:cubicBezTo>
                  <a:lnTo>
                    <a:pt x="0" y="131191"/>
                  </a:lnTo>
                  <a:lnTo>
                    <a:pt x="6350" y="131191"/>
                  </a:lnTo>
                  <a:lnTo>
                    <a:pt x="0" y="131191"/>
                  </a:lnTo>
                  <a:moveTo>
                    <a:pt x="12700" y="131191"/>
                  </a:moveTo>
                  <a:lnTo>
                    <a:pt x="12700" y="3384550"/>
                  </a:lnTo>
                  <a:lnTo>
                    <a:pt x="6350" y="3384550"/>
                  </a:lnTo>
                  <a:lnTo>
                    <a:pt x="12700" y="3384550"/>
                  </a:lnTo>
                  <a:cubicBezTo>
                    <a:pt x="12700" y="3450082"/>
                    <a:pt x="65024" y="3503041"/>
                    <a:pt x="129413" y="3503041"/>
                  </a:cubicBezTo>
                  <a:lnTo>
                    <a:pt x="621919" y="3503041"/>
                  </a:lnTo>
                  <a:cubicBezTo>
                    <a:pt x="686308" y="3503041"/>
                    <a:pt x="738632" y="3450082"/>
                    <a:pt x="738632" y="3384550"/>
                  </a:cubicBezTo>
                  <a:lnTo>
                    <a:pt x="738632" y="131191"/>
                  </a:lnTo>
                  <a:cubicBezTo>
                    <a:pt x="738632" y="65659"/>
                    <a:pt x="686308" y="12700"/>
                    <a:pt x="621919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659"/>
                    <a:pt x="12700" y="131191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5" name="Group 5"/>
          <p:cNvGrpSpPr/>
          <p:nvPr/>
        </p:nvGrpSpPr>
        <p:grpSpPr>
          <a:xfrm>
            <a:off x="528966" y="5102277"/>
            <a:ext cx="563525" cy="3713052"/>
            <a:chOff x="0" y="0"/>
            <a:chExt cx="751367" cy="3320227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738632" cy="3307461"/>
            </a:xfrm>
            <a:custGeom>
              <a:avLst/>
              <a:gdLst/>
              <a:ahLst/>
              <a:cxnLst/>
              <a:rect l="l" t="t" r="r" b="b"/>
              <a:pathLst>
                <a:path w="738632" h="3307461">
                  <a:moveTo>
                    <a:pt x="0" y="124714"/>
                  </a:moveTo>
                  <a:cubicBezTo>
                    <a:pt x="0" y="55880"/>
                    <a:pt x="55118" y="0"/>
                    <a:pt x="123063" y="0"/>
                  </a:cubicBezTo>
                  <a:lnTo>
                    <a:pt x="615569" y="0"/>
                  </a:lnTo>
                  <a:cubicBezTo>
                    <a:pt x="683514" y="0"/>
                    <a:pt x="738632" y="55880"/>
                    <a:pt x="738632" y="124714"/>
                  </a:cubicBezTo>
                  <a:lnTo>
                    <a:pt x="738632" y="3182747"/>
                  </a:lnTo>
                  <a:cubicBezTo>
                    <a:pt x="738632" y="3251708"/>
                    <a:pt x="683514" y="3307461"/>
                    <a:pt x="615569" y="3307461"/>
                  </a:cubicBezTo>
                  <a:lnTo>
                    <a:pt x="123063" y="3307461"/>
                  </a:lnTo>
                  <a:cubicBezTo>
                    <a:pt x="55118" y="3307461"/>
                    <a:pt x="0" y="3251581"/>
                    <a:pt x="0" y="31827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751332" cy="3320288"/>
            </a:xfrm>
            <a:custGeom>
              <a:avLst/>
              <a:gdLst/>
              <a:ahLst/>
              <a:cxnLst/>
              <a:rect l="l" t="t" r="r" b="b"/>
              <a:pathLst>
                <a:path w="751332" h="3320288">
                  <a:moveTo>
                    <a:pt x="0" y="131064"/>
                  </a:moveTo>
                  <a:cubicBezTo>
                    <a:pt x="0" y="58801"/>
                    <a:pt x="57912" y="0"/>
                    <a:pt x="129413" y="0"/>
                  </a:cubicBezTo>
                  <a:lnTo>
                    <a:pt x="621919" y="0"/>
                  </a:lnTo>
                  <a:lnTo>
                    <a:pt x="621919" y="6350"/>
                  </a:lnTo>
                  <a:lnTo>
                    <a:pt x="621919" y="0"/>
                  </a:lnTo>
                  <a:cubicBezTo>
                    <a:pt x="693420" y="0"/>
                    <a:pt x="751332" y="58801"/>
                    <a:pt x="751332" y="131064"/>
                  </a:cubicBezTo>
                  <a:lnTo>
                    <a:pt x="744982" y="131064"/>
                  </a:lnTo>
                  <a:lnTo>
                    <a:pt x="751332" y="131064"/>
                  </a:lnTo>
                  <a:lnTo>
                    <a:pt x="751332" y="3189097"/>
                  </a:lnTo>
                  <a:lnTo>
                    <a:pt x="744982" y="3189097"/>
                  </a:lnTo>
                  <a:lnTo>
                    <a:pt x="751332" y="3189097"/>
                  </a:lnTo>
                  <a:cubicBezTo>
                    <a:pt x="751332" y="3261360"/>
                    <a:pt x="693420" y="3320161"/>
                    <a:pt x="621919" y="3320161"/>
                  </a:cubicBezTo>
                  <a:lnTo>
                    <a:pt x="621919" y="3313811"/>
                  </a:lnTo>
                  <a:lnTo>
                    <a:pt x="621919" y="3320161"/>
                  </a:lnTo>
                  <a:lnTo>
                    <a:pt x="129413" y="3320161"/>
                  </a:lnTo>
                  <a:lnTo>
                    <a:pt x="129413" y="3313811"/>
                  </a:lnTo>
                  <a:lnTo>
                    <a:pt x="129413" y="3320161"/>
                  </a:lnTo>
                  <a:cubicBezTo>
                    <a:pt x="57912" y="3320288"/>
                    <a:pt x="0" y="3261487"/>
                    <a:pt x="0" y="3189097"/>
                  </a:cubicBezTo>
                  <a:lnTo>
                    <a:pt x="0" y="131064"/>
                  </a:lnTo>
                  <a:lnTo>
                    <a:pt x="6350" y="131064"/>
                  </a:lnTo>
                  <a:lnTo>
                    <a:pt x="0" y="131064"/>
                  </a:lnTo>
                  <a:moveTo>
                    <a:pt x="12700" y="131064"/>
                  </a:moveTo>
                  <a:lnTo>
                    <a:pt x="12700" y="3189097"/>
                  </a:lnTo>
                  <a:lnTo>
                    <a:pt x="6350" y="3189097"/>
                  </a:lnTo>
                  <a:lnTo>
                    <a:pt x="12700" y="3189097"/>
                  </a:lnTo>
                  <a:cubicBezTo>
                    <a:pt x="12700" y="3254629"/>
                    <a:pt x="65024" y="3307461"/>
                    <a:pt x="129413" y="3307461"/>
                  </a:cubicBezTo>
                  <a:lnTo>
                    <a:pt x="621919" y="3307461"/>
                  </a:lnTo>
                  <a:cubicBezTo>
                    <a:pt x="686308" y="3307461"/>
                    <a:pt x="738632" y="3254502"/>
                    <a:pt x="738632" y="3189097"/>
                  </a:cubicBezTo>
                  <a:lnTo>
                    <a:pt x="738632" y="131064"/>
                  </a:lnTo>
                  <a:cubicBezTo>
                    <a:pt x="738632" y="65659"/>
                    <a:pt x="686308" y="12700"/>
                    <a:pt x="621919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659"/>
                    <a:pt x="12700" y="13106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851000" y="5071419"/>
            <a:ext cx="563525" cy="3740235"/>
            <a:chOff x="0" y="0"/>
            <a:chExt cx="751367" cy="3320227"/>
          </a:xfrm>
          <a:solidFill>
            <a:srgbClr val="DCE6F2"/>
          </a:solidFill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738632" cy="3307461"/>
            </a:xfrm>
            <a:custGeom>
              <a:avLst/>
              <a:gdLst/>
              <a:ahLst/>
              <a:cxnLst/>
              <a:rect l="l" t="t" r="r" b="b"/>
              <a:pathLst>
                <a:path w="738632" h="3307461">
                  <a:moveTo>
                    <a:pt x="0" y="124714"/>
                  </a:moveTo>
                  <a:cubicBezTo>
                    <a:pt x="0" y="55880"/>
                    <a:pt x="55118" y="0"/>
                    <a:pt x="123063" y="0"/>
                  </a:cubicBezTo>
                  <a:lnTo>
                    <a:pt x="615569" y="0"/>
                  </a:lnTo>
                  <a:cubicBezTo>
                    <a:pt x="683514" y="0"/>
                    <a:pt x="738632" y="55880"/>
                    <a:pt x="738632" y="124714"/>
                  </a:cubicBezTo>
                  <a:lnTo>
                    <a:pt x="738632" y="3182747"/>
                  </a:lnTo>
                  <a:cubicBezTo>
                    <a:pt x="738632" y="3251708"/>
                    <a:pt x="683514" y="3307461"/>
                    <a:pt x="615569" y="3307461"/>
                  </a:cubicBezTo>
                  <a:lnTo>
                    <a:pt x="123063" y="3307461"/>
                  </a:lnTo>
                  <a:cubicBezTo>
                    <a:pt x="55118" y="3307461"/>
                    <a:pt x="0" y="3251581"/>
                    <a:pt x="0" y="3182747"/>
                  </a:cubicBezTo>
                  <a:close/>
                </a:path>
              </a:pathLst>
            </a:custGeom>
            <a:grpFill/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51332" cy="3320288"/>
            </a:xfrm>
            <a:custGeom>
              <a:avLst/>
              <a:gdLst/>
              <a:ahLst/>
              <a:cxnLst/>
              <a:rect l="l" t="t" r="r" b="b"/>
              <a:pathLst>
                <a:path w="751332" h="3320288">
                  <a:moveTo>
                    <a:pt x="0" y="131064"/>
                  </a:moveTo>
                  <a:cubicBezTo>
                    <a:pt x="0" y="58801"/>
                    <a:pt x="57912" y="0"/>
                    <a:pt x="129413" y="0"/>
                  </a:cubicBezTo>
                  <a:lnTo>
                    <a:pt x="621919" y="0"/>
                  </a:lnTo>
                  <a:lnTo>
                    <a:pt x="621919" y="6350"/>
                  </a:lnTo>
                  <a:lnTo>
                    <a:pt x="621919" y="0"/>
                  </a:lnTo>
                  <a:cubicBezTo>
                    <a:pt x="693420" y="0"/>
                    <a:pt x="751332" y="58801"/>
                    <a:pt x="751332" y="131064"/>
                  </a:cubicBezTo>
                  <a:lnTo>
                    <a:pt x="744982" y="131064"/>
                  </a:lnTo>
                  <a:lnTo>
                    <a:pt x="751332" y="131064"/>
                  </a:lnTo>
                  <a:lnTo>
                    <a:pt x="751332" y="3189097"/>
                  </a:lnTo>
                  <a:lnTo>
                    <a:pt x="744982" y="3189097"/>
                  </a:lnTo>
                  <a:lnTo>
                    <a:pt x="751332" y="3189097"/>
                  </a:lnTo>
                  <a:cubicBezTo>
                    <a:pt x="751332" y="3261360"/>
                    <a:pt x="693420" y="3320161"/>
                    <a:pt x="621919" y="3320161"/>
                  </a:cubicBezTo>
                  <a:lnTo>
                    <a:pt x="621919" y="3313811"/>
                  </a:lnTo>
                  <a:lnTo>
                    <a:pt x="621919" y="3320161"/>
                  </a:lnTo>
                  <a:lnTo>
                    <a:pt x="129413" y="3320161"/>
                  </a:lnTo>
                  <a:lnTo>
                    <a:pt x="129413" y="3313811"/>
                  </a:lnTo>
                  <a:lnTo>
                    <a:pt x="129413" y="3320161"/>
                  </a:lnTo>
                  <a:cubicBezTo>
                    <a:pt x="57912" y="3320288"/>
                    <a:pt x="0" y="3261487"/>
                    <a:pt x="0" y="3189097"/>
                  </a:cubicBezTo>
                  <a:lnTo>
                    <a:pt x="0" y="131064"/>
                  </a:lnTo>
                  <a:lnTo>
                    <a:pt x="6350" y="131064"/>
                  </a:lnTo>
                  <a:lnTo>
                    <a:pt x="0" y="131064"/>
                  </a:lnTo>
                  <a:moveTo>
                    <a:pt x="12700" y="131064"/>
                  </a:moveTo>
                  <a:lnTo>
                    <a:pt x="12700" y="3189097"/>
                  </a:lnTo>
                  <a:lnTo>
                    <a:pt x="6350" y="3189097"/>
                  </a:lnTo>
                  <a:lnTo>
                    <a:pt x="12700" y="3189097"/>
                  </a:lnTo>
                  <a:cubicBezTo>
                    <a:pt x="12700" y="3254629"/>
                    <a:pt x="65024" y="3307461"/>
                    <a:pt x="129413" y="3307461"/>
                  </a:cubicBezTo>
                  <a:lnTo>
                    <a:pt x="621919" y="3307461"/>
                  </a:lnTo>
                  <a:cubicBezTo>
                    <a:pt x="686308" y="3307461"/>
                    <a:pt x="738632" y="3254502"/>
                    <a:pt x="738632" y="3189097"/>
                  </a:cubicBezTo>
                  <a:lnTo>
                    <a:pt x="738632" y="131064"/>
                  </a:lnTo>
                  <a:cubicBezTo>
                    <a:pt x="738632" y="65659"/>
                    <a:pt x="686308" y="12700"/>
                    <a:pt x="621919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659"/>
                    <a:pt x="12700" y="131064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4" name="Group 14"/>
          <p:cNvGrpSpPr/>
          <p:nvPr/>
        </p:nvGrpSpPr>
        <p:grpSpPr>
          <a:xfrm>
            <a:off x="1339032" y="449454"/>
            <a:ext cx="5532354" cy="3997971"/>
            <a:chOff x="0" y="0"/>
            <a:chExt cx="5438312" cy="3503019"/>
          </a:xfrm>
          <a:solidFill>
            <a:srgbClr val="EEECE1"/>
          </a:solidFill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5425567" cy="3490341"/>
            </a:xfrm>
            <a:custGeom>
              <a:avLst/>
              <a:gdLst/>
              <a:ahLst/>
              <a:cxnLst/>
              <a:rect l="l" t="t" r="r" b="b"/>
              <a:pathLst>
                <a:path w="5425567" h="3490341">
                  <a:moveTo>
                    <a:pt x="0" y="581787"/>
                  </a:moveTo>
                  <a:cubicBezTo>
                    <a:pt x="0" y="260477"/>
                    <a:pt x="260731" y="0"/>
                    <a:pt x="582422" y="0"/>
                  </a:cubicBezTo>
                  <a:lnTo>
                    <a:pt x="4843145" y="0"/>
                  </a:lnTo>
                  <a:cubicBezTo>
                    <a:pt x="5164836" y="0"/>
                    <a:pt x="5425567" y="260477"/>
                    <a:pt x="5425567" y="581787"/>
                  </a:cubicBezTo>
                  <a:lnTo>
                    <a:pt x="5425567" y="2908554"/>
                  </a:lnTo>
                  <a:cubicBezTo>
                    <a:pt x="5425567" y="3229864"/>
                    <a:pt x="5164836" y="3490341"/>
                    <a:pt x="4843145" y="3490341"/>
                  </a:cubicBezTo>
                  <a:lnTo>
                    <a:pt x="582422" y="3490341"/>
                  </a:lnTo>
                  <a:cubicBezTo>
                    <a:pt x="260731" y="3490341"/>
                    <a:pt x="0" y="3229864"/>
                    <a:pt x="0" y="2908554"/>
                  </a:cubicBezTo>
                  <a:close/>
                </a:path>
              </a:pathLst>
            </a:custGeom>
            <a:grpFill/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5438267" cy="3503041"/>
            </a:xfrm>
            <a:custGeom>
              <a:avLst/>
              <a:gdLst/>
              <a:ahLst/>
              <a:cxnLst/>
              <a:rect l="l" t="t" r="r" b="b"/>
              <a:pathLst>
                <a:path w="5438267" h="3503041">
                  <a:moveTo>
                    <a:pt x="0" y="588137"/>
                  </a:moveTo>
                  <a:cubicBezTo>
                    <a:pt x="0" y="263271"/>
                    <a:pt x="263652" y="0"/>
                    <a:pt x="588772" y="0"/>
                  </a:cubicBezTo>
                  <a:lnTo>
                    <a:pt x="4849495" y="0"/>
                  </a:lnTo>
                  <a:lnTo>
                    <a:pt x="4849495" y="6350"/>
                  </a:lnTo>
                  <a:lnTo>
                    <a:pt x="4849495" y="0"/>
                  </a:lnTo>
                  <a:cubicBezTo>
                    <a:pt x="5174742" y="0"/>
                    <a:pt x="5438267" y="263271"/>
                    <a:pt x="5438267" y="588137"/>
                  </a:cubicBezTo>
                  <a:lnTo>
                    <a:pt x="5431917" y="588137"/>
                  </a:lnTo>
                  <a:lnTo>
                    <a:pt x="5438267" y="588137"/>
                  </a:lnTo>
                  <a:lnTo>
                    <a:pt x="5438267" y="2914904"/>
                  </a:lnTo>
                  <a:lnTo>
                    <a:pt x="5431917" y="2914904"/>
                  </a:lnTo>
                  <a:lnTo>
                    <a:pt x="5438267" y="2914904"/>
                  </a:lnTo>
                  <a:cubicBezTo>
                    <a:pt x="5438267" y="3239643"/>
                    <a:pt x="5174615" y="3503041"/>
                    <a:pt x="4849495" y="3503041"/>
                  </a:cubicBezTo>
                  <a:lnTo>
                    <a:pt x="4849495" y="3496691"/>
                  </a:lnTo>
                  <a:lnTo>
                    <a:pt x="4849495" y="3503041"/>
                  </a:lnTo>
                  <a:lnTo>
                    <a:pt x="588772" y="3503041"/>
                  </a:lnTo>
                  <a:lnTo>
                    <a:pt x="588772" y="3496691"/>
                  </a:lnTo>
                  <a:lnTo>
                    <a:pt x="588772" y="3503041"/>
                  </a:lnTo>
                  <a:cubicBezTo>
                    <a:pt x="263652" y="3503041"/>
                    <a:pt x="0" y="3239770"/>
                    <a:pt x="0" y="2914904"/>
                  </a:cubicBezTo>
                  <a:lnTo>
                    <a:pt x="0" y="588137"/>
                  </a:lnTo>
                  <a:lnTo>
                    <a:pt x="6350" y="588137"/>
                  </a:lnTo>
                  <a:lnTo>
                    <a:pt x="0" y="588137"/>
                  </a:lnTo>
                  <a:moveTo>
                    <a:pt x="12700" y="588137"/>
                  </a:moveTo>
                  <a:lnTo>
                    <a:pt x="12700" y="2914904"/>
                  </a:lnTo>
                  <a:lnTo>
                    <a:pt x="6350" y="2914904"/>
                  </a:lnTo>
                  <a:lnTo>
                    <a:pt x="12700" y="2914904"/>
                  </a:lnTo>
                  <a:cubicBezTo>
                    <a:pt x="12700" y="3232658"/>
                    <a:pt x="270637" y="3490341"/>
                    <a:pt x="588772" y="3490341"/>
                  </a:cubicBezTo>
                  <a:lnTo>
                    <a:pt x="4849495" y="3490341"/>
                  </a:lnTo>
                  <a:cubicBezTo>
                    <a:pt x="5167630" y="3490341"/>
                    <a:pt x="5425567" y="3232785"/>
                    <a:pt x="5425567" y="2914904"/>
                  </a:cubicBezTo>
                  <a:lnTo>
                    <a:pt x="5425567" y="588137"/>
                  </a:lnTo>
                  <a:cubicBezTo>
                    <a:pt x="5425567" y="270256"/>
                    <a:pt x="5167630" y="12700"/>
                    <a:pt x="4849495" y="12700"/>
                  </a:cubicBezTo>
                  <a:lnTo>
                    <a:pt x="588772" y="12700"/>
                  </a:lnTo>
                  <a:lnTo>
                    <a:pt x="588772" y="6350"/>
                  </a:lnTo>
                  <a:lnTo>
                    <a:pt x="588772" y="12700"/>
                  </a:lnTo>
                  <a:cubicBezTo>
                    <a:pt x="270637" y="12700"/>
                    <a:pt x="12700" y="270256"/>
                    <a:pt x="12700" y="588137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7" name="Group 17"/>
          <p:cNvGrpSpPr/>
          <p:nvPr/>
        </p:nvGrpSpPr>
        <p:grpSpPr>
          <a:xfrm>
            <a:off x="7258535" y="409691"/>
            <a:ext cx="4367342" cy="3991397"/>
            <a:chOff x="0" y="0"/>
            <a:chExt cx="5905500" cy="3503020"/>
          </a:xfrm>
          <a:solidFill>
            <a:srgbClr val="EEECE1"/>
          </a:solidFill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5892800" cy="3490341"/>
            </a:xfrm>
            <a:custGeom>
              <a:avLst/>
              <a:gdLst/>
              <a:ahLst/>
              <a:cxnLst/>
              <a:rect l="l" t="t" r="r" b="b"/>
              <a:pathLst>
                <a:path w="5892800" h="3490341">
                  <a:moveTo>
                    <a:pt x="0" y="581787"/>
                  </a:moveTo>
                  <a:cubicBezTo>
                    <a:pt x="0" y="260477"/>
                    <a:pt x="260858" y="0"/>
                    <a:pt x="582549" y="0"/>
                  </a:cubicBezTo>
                  <a:lnTo>
                    <a:pt x="5310251" y="0"/>
                  </a:lnTo>
                  <a:cubicBezTo>
                    <a:pt x="5632069" y="0"/>
                    <a:pt x="5892800" y="260477"/>
                    <a:pt x="5892800" y="581787"/>
                  </a:cubicBezTo>
                  <a:lnTo>
                    <a:pt x="5892800" y="2908554"/>
                  </a:lnTo>
                  <a:cubicBezTo>
                    <a:pt x="5892800" y="3229864"/>
                    <a:pt x="5631942" y="3490341"/>
                    <a:pt x="5310251" y="3490341"/>
                  </a:cubicBezTo>
                  <a:lnTo>
                    <a:pt x="582549" y="3490341"/>
                  </a:lnTo>
                  <a:cubicBezTo>
                    <a:pt x="260858" y="3490341"/>
                    <a:pt x="0" y="3229864"/>
                    <a:pt x="0" y="2908554"/>
                  </a:cubicBezTo>
                  <a:close/>
                </a:path>
              </a:pathLst>
            </a:custGeom>
            <a:grpFill/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5905500" cy="3503041"/>
            </a:xfrm>
            <a:custGeom>
              <a:avLst/>
              <a:gdLst/>
              <a:ahLst/>
              <a:cxnLst/>
              <a:rect l="l" t="t" r="r" b="b"/>
              <a:pathLst>
                <a:path w="5905500" h="3503041">
                  <a:moveTo>
                    <a:pt x="0" y="588137"/>
                  </a:moveTo>
                  <a:cubicBezTo>
                    <a:pt x="0" y="263271"/>
                    <a:pt x="263652" y="0"/>
                    <a:pt x="588899" y="0"/>
                  </a:cubicBezTo>
                  <a:lnTo>
                    <a:pt x="5316601" y="0"/>
                  </a:lnTo>
                  <a:lnTo>
                    <a:pt x="5316601" y="6350"/>
                  </a:lnTo>
                  <a:lnTo>
                    <a:pt x="5316601" y="0"/>
                  </a:lnTo>
                  <a:cubicBezTo>
                    <a:pt x="5641848" y="0"/>
                    <a:pt x="5905500" y="263271"/>
                    <a:pt x="5905500" y="588137"/>
                  </a:cubicBezTo>
                  <a:lnTo>
                    <a:pt x="5899150" y="588137"/>
                  </a:lnTo>
                  <a:lnTo>
                    <a:pt x="5905500" y="588137"/>
                  </a:lnTo>
                  <a:lnTo>
                    <a:pt x="5905500" y="2914904"/>
                  </a:lnTo>
                  <a:lnTo>
                    <a:pt x="5899150" y="2914904"/>
                  </a:lnTo>
                  <a:lnTo>
                    <a:pt x="5905500" y="2914904"/>
                  </a:lnTo>
                  <a:cubicBezTo>
                    <a:pt x="5905500" y="3239643"/>
                    <a:pt x="5641848" y="3503041"/>
                    <a:pt x="5316601" y="3503041"/>
                  </a:cubicBezTo>
                  <a:lnTo>
                    <a:pt x="5316601" y="3496691"/>
                  </a:lnTo>
                  <a:lnTo>
                    <a:pt x="5316601" y="3503041"/>
                  </a:lnTo>
                  <a:lnTo>
                    <a:pt x="588899" y="3503041"/>
                  </a:lnTo>
                  <a:lnTo>
                    <a:pt x="588899" y="3496691"/>
                  </a:lnTo>
                  <a:lnTo>
                    <a:pt x="588899" y="3503041"/>
                  </a:lnTo>
                  <a:cubicBezTo>
                    <a:pt x="263652" y="3503041"/>
                    <a:pt x="0" y="3239770"/>
                    <a:pt x="0" y="2914904"/>
                  </a:cubicBezTo>
                  <a:lnTo>
                    <a:pt x="0" y="588137"/>
                  </a:lnTo>
                  <a:lnTo>
                    <a:pt x="6350" y="588137"/>
                  </a:lnTo>
                  <a:lnTo>
                    <a:pt x="0" y="588137"/>
                  </a:lnTo>
                  <a:moveTo>
                    <a:pt x="12700" y="588137"/>
                  </a:moveTo>
                  <a:lnTo>
                    <a:pt x="12700" y="2914904"/>
                  </a:lnTo>
                  <a:lnTo>
                    <a:pt x="6350" y="2914904"/>
                  </a:lnTo>
                  <a:lnTo>
                    <a:pt x="12700" y="2914904"/>
                  </a:lnTo>
                  <a:cubicBezTo>
                    <a:pt x="12700" y="3232658"/>
                    <a:pt x="270637" y="3490341"/>
                    <a:pt x="588899" y="3490341"/>
                  </a:cubicBezTo>
                  <a:lnTo>
                    <a:pt x="5316601" y="3490341"/>
                  </a:lnTo>
                  <a:cubicBezTo>
                    <a:pt x="5634863" y="3490341"/>
                    <a:pt x="5892800" y="3232785"/>
                    <a:pt x="5892800" y="2914904"/>
                  </a:cubicBezTo>
                  <a:lnTo>
                    <a:pt x="5892800" y="588137"/>
                  </a:lnTo>
                  <a:cubicBezTo>
                    <a:pt x="5892800" y="270256"/>
                    <a:pt x="5634863" y="12700"/>
                    <a:pt x="5316601" y="12700"/>
                  </a:cubicBezTo>
                  <a:lnTo>
                    <a:pt x="588899" y="12700"/>
                  </a:lnTo>
                  <a:lnTo>
                    <a:pt x="588899" y="6350"/>
                  </a:lnTo>
                  <a:lnTo>
                    <a:pt x="588899" y="12700"/>
                  </a:lnTo>
                  <a:cubicBezTo>
                    <a:pt x="270637" y="12700"/>
                    <a:pt x="12700" y="270256"/>
                    <a:pt x="12700" y="588137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29" name="Group 29"/>
          <p:cNvGrpSpPr/>
          <p:nvPr/>
        </p:nvGrpSpPr>
        <p:grpSpPr>
          <a:xfrm>
            <a:off x="8586052" y="4821503"/>
            <a:ext cx="4439826" cy="4013645"/>
            <a:chOff x="0" y="0"/>
            <a:chExt cx="5438312" cy="350301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0" name="Freeform 30"/>
            <p:cNvSpPr/>
            <p:nvPr/>
          </p:nvSpPr>
          <p:spPr>
            <a:xfrm>
              <a:off x="6350" y="6350"/>
              <a:ext cx="5425567" cy="3490341"/>
            </a:xfrm>
            <a:custGeom>
              <a:avLst/>
              <a:gdLst/>
              <a:ahLst/>
              <a:cxnLst/>
              <a:rect l="l" t="t" r="r" b="b"/>
              <a:pathLst>
                <a:path w="5425567" h="3490341">
                  <a:moveTo>
                    <a:pt x="0" y="581787"/>
                  </a:moveTo>
                  <a:cubicBezTo>
                    <a:pt x="0" y="260477"/>
                    <a:pt x="260731" y="0"/>
                    <a:pt x="582422" y="0"/>
                  </a:cubicBezTo>
                  <a:lnTo>
                    <a:pt x="4843145" y="0"/>
                  </a:lnTo>
                  <a:cubicBezTo>
                    <a:pt x="5164836" y="0"/>
                    <a:pt x="5425567" y="260477"/>
                    <a:pt x="5425567" y="581787"/>
                  </a:cubicBezTo>
                  <a:lnTo>
                    <a:pt x="5425567" y="2908554"/>
                  </a:lnTo>
                  <a:cubicBezTo>
                    <a:pt x="5425567" y="3229864"/>
                    <a:pt x="5164836" y="3490341"/>
                    <a:pt x="4843145" y="3490341"/>
                  </a:cubicBezTo>
                  <a:lnTo>
                    <a:pt x="582422" y="3490341"/>
                  </a:lnTo>
                  <a:cubicBezTo>
                    <a:pt x="260731" y="3490341"/>
                    <a:pt x="0" y="3229864"/>
                    <a:pt x="0" y="2908554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5438267" cy="3503041"/>
            </a:xfrm>
            <a:custGeom>
              <a:avLst/>
              <a:gdLst/>
              <a:ahLst/>
              <a:cxnLst/>
              <a:rect l="l" t="t" r="r" b="b"/>
              <a:pathLst>
                <a:path w="5438267" h="3503041">
                  <a:moveTo>
                    <a:pt x="0" y="588137"/>
                  </a:moveTo>
                  <a:cubicBezTo>
                    <a:pt x="0" y="263271"/>
                    <a:pt x="263652" y="0"/>
                    <a:pt x="588772" y="0"/>
                  </a:cubicBezTo>
                  <a:lnTo>
                    <a:pt x="4849495" y="0"/>
                  </a:lnTo>
                  <a:lnTo>
                    <a:pt x="4849495" y="6350"/>
                  </a:lnTo>
                  <a:lnTo>
                    <a:pt x="4849495" y="0"/>
                  </a:lnTo>
                  <a:cubicBezTo>
                    <a:pt x="5174742" y="0"/>
                    <a:pt x="5438267" y="263271"/>
                    <a:pt x="5438267" y="588137"/>
                  </a:cubicBezTo>
                  <a:lnTo>
                    <a:pt x="5431917" y="588137"/>
                  </a:lnTo>
                  <a:lnTo>
                    <a:pt x="5438267" y="588137"/>
                  </a:lnTo>
                  <a:lnTo>
                    <a:pt x="5438267" y="2914904"/>
                  </a:lnTo>
                  <a:lnTo>
                    <a:pt x="5431917" y="2914904"/>
                  </a:lnTo>
                  <a:lnTo>
                    <a:pt x="5438267" y="2914904"/>
                  </a:lnTo>
                  <a:cubicBezTo>
                    <a:pt x="5438267" y="3239643"/>
                    <a:pt x="5174615" y="3503041"/>
                    <a:pt x="4849495" y="3503041"/>
                  </a:cubicBezTo>
                  <a:lnTo>
                    <a:pt x="4849495" y="3496691"/>
                  </a:lnTo>
                  <a:lnTo>
                    <a:pt x="4849495" y="3503041"/>
                  </a:lnTo>
                  <a:lnTo>
                    <a:pt x="588772" y="3503041"/>
                  </a:lnTo>
                  <a:lnTo>
                    <a:pt x="588772" y="3496691"/>
                  </a:lnTo>
                  <a:lnTo>
                    <a:pt x="588772" y="3503041"/>
                  </a:lnTo>
                  <a:cubicBezTo>
                    <a:pt x="263652" y="3503041"/>
                    <a:pt x="0" y="3239770"/>
                    <a:pt x="0" y="2914904"/>
                  </a:cubicBezTo>
                  <a:lnTo>
                    <a:pt x="0" y="588137"/>
                  </a:lnTo>
                  <a:lnTo>
                    <a:pt x="6350" y="588137"/>
                  </a:lnTo>
                  <a:lnTo>
                    <a:pt x="0" y="588137"/>
                  </a:lnTo>
                  <a:moveTo>
                    <a:pt x="12700" y="588137"/>
                  </a:moveTo>
                  <a:lnTo>
                    <a:pt x="12700" y="2914904"/>
                  </a:lnTo>
                  <a:lnTo>
                    <a:pt x="6350" y="2914904"/>
                  </a:lnTo>
                  <a:lnTo>
                    <a:pt x="12700" y="2914904"/>
                  </a:lnTo>
                  <a:cubicBezTo>
                    <a:pt x="12700" y="3232658"/>
                    <a:pt x="270637" y="3490341"/>
                    <a:pt x="588772" y="3490341"/>
                  </a:cubicBezTo>
                  <a:lnTo>
                    <a:pt x="4849495" y="3490341"/>
                  </a:lnTo>
                  <a:cubicBezTo>
                    <a:pt x="5167630" y="3490341"/>
                    <a:pt x="5425567" y="3232785"/>
                    <a:pt x="5425567" y="2914904"/>
                  </a:cubicBezTo>
                  <a:lnTo>
                    <a:pt x="5425567" y="588137"/>
                  </a:lnTo>
                  <a:cubicBezTo>
                    <a:pt x="5425567" y="270256"/>
                    <a:pt x="5167630" y="12700"/>
                    <a:pt x="4849495" y="12700"/>
                  </a:cubicBezTo>
                  <a:lnTo>
                    <a:pt x="588772" y="12700"/>
                  </a:lnTo>
                  <a:lnTo>
                    <a:pt x="588772" y="6350"/>
                  </a:lnTo>
                  <a:lnTo>
                    <a:pt x="588772" y="12700"/>
                  </a:lnTo>
                  <a:cubicBezTo>
                    <a:pt x="270637" y="12700"/>
                    <a:pt x="12700" y="270256"/>
                    <a:pt x="12700" y="588137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3258800" y="4818275"/>
            <a:ext cx="4467532" cy="4001427"/>
            <a:chOff x="0" y="0"/>
            <a:chExt cx="5438312" cy="3503019"/>
          </a:xfrm>
          <a:solidFill>
            <a:srgbClr val="DCE6F2"/>
          </a:solidFill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5425567" cy="3490341"/>
            </a:xfrm>
            <a:custGeom>
              <a:avLst/>
              <a:gdLst/>
              <a:ahLst/>
              <a:cxnLst/>
              <a:rect l="l" t="t" r="r" b="b"/>
              <a:pathLst>
                <a:path w="5425567" h="3490341">
                  <a:moveTo>
                    <a:pt x="0" y="581787"/>
                  </a:moveTo>
                  <a:cubicBezTo>
                    <a:pt x="0" y="260477"/>
                    <a:pt x="260731" y="0"/>
                    <a:pt x="582422" y="0"/>
                  </a:cubicBezTo>
                  <a:lnTo>
                    <a:pt x="4843145" y="0"/>
                  </a:lnTo>
                  <a:cubicBezTo>
                    <a:pt x="5164836" y="0"/>
                    <a:pt x="5425567" y="260477"/>
                    <a:pt x="5425567" y="581787"/>
                  </a:cubicBezTo>
                  <a:lnTo>
                    <a:pt x="5425567" y="2908554"/>
                  </a:lnTo>
                  <a:cubicBezTo>
                    <a:pt x="5425567" y="3229864"/>
                    <a:pt x="5164836" y="3490341"/>
                    <a:pt x="4843145" y="3490341"/>
                  </a:cubicBezTo>
                  <a:lnTo>
                    <a:pt x="582422" y="3490341"/>
                  </a:lnTo>
                  <a:cubicBezTo>
                    <a:pt x="260731" y="3490341"/>
                    <a:pt x="0" y="3229864"/>
                    <a:pt x="0" y="2908554"/>
                  </a:cubicBezTo>
                  <a:close/>
                </a:path>
              </a:pathLst>
            </a:custGeom>
            <a:grpFill/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5438267" cy="3503041"/>
            </a:xfrm>
            <a:custGeom>
              <a:avLst/>
              <a:gdLst/>
              <a:ahLst/>
              <a:cxnLst/>
              <a:rect l="l" t="t" r="r" b="b"/>
              <a:pathLst>
                <a:path w="5438267" h="3503041">
                  <a:moveTo>
                    <a:pt x="0" y="588137"/>
                  </a:moveTo>
                  <a:cubicBezTo>
                    <a:pt x="0" y="263271"/>
                    <a:pt x="263652" y="0"/>
                    <a:pt x="588772" y="0"/>
                  </a:cubicBezTo>
                  <a:lnTo>
                    <a:pt x="4849495" y="0"/>
                  </a:lnTo>
                  <a:lnTo>
                    <a:pt x="4849495" y="6350"/>
                  </a:lnTo>
                  <a:lnTo>
                    <a:pt x="4849495" y="0"/>
                  </a:lnTo>
                  <a:cubicBezTo>
                    <a:pt x="5174742" y="0"/>
                    <a:pt x="5438267" y="263271"/>
                    <a:pt x="5438267" y="588137"/>
                  </a:cubicBezTo>
                  <a:lnTo>
                    <a:pt x="5431917" y="588137"/>
                  </a:lnTo>
                  <a:lnTo>
                    <a:pt x="5438267" y="588137"/>
                  </a:lnTo>
                  <a:lnTo>
                    <a:pt x="5438267" y="2914904"/>
                  </a:lnTo>
                  <a:lnTo>
                    <a:pt x="5431917" y="2914904"/>
                  </a:lnTo>
                  <a:lnTo>
                    <a:pt x="5438267" y="2914904"/>
                  </a:lnTo>
                  <a:cubicBezTo>
                    <a:pt x="5438267" y="3239643"/>
                    <a:pt x="5174615" y="3503041"/>
                    <a:pt x="4849495" y="3503041"/>
                  </a:cubicBezTo>
                  <a:lnTo>
                    <a:pt x="4849495" y="3496691"/>
                  </a:lnTo>
                  <a:lnTo>
                    <a:pt x="4849495" y="3503041"/>
                  </a:lnTo>
                  <a:lnTo>
                    <a:pt x="588772" y="3503041"/>
                  </a:lnTo>
                  <a:lnTo>
                    <a:pt x="588772" y="3496691"/>
                  </a:lnTo>
                  <a:lnTo>
                    <a:pt x="588772" y="3503041"/>
                  </a:lnTo>
                  <a:cubicBezTo>
                    <a:pt x="263652" y="3503041"/>
                    <a:pt x="0" y="3239770"/>
                    <a:pt x="0" y="2914904"/>
                  </a:cubicBezTo>
                  <a:lnTo>
                    <a:pt x="0" y="588137"/>
                  </a:lnTo>
                  <a:lnTo>
                    <a:pt x="6350" y="588137"/>
                  </a:lnTo>
                  <a:lnTo>
                    <a:pt x="0" y="588137"/>
                  </a:lnTo>
                  <a:moveTo>
                    <a:pt x="12700" y="588137"/>
                  </a:moveTo>
                  <a:lnTo>
                    <a:pt x="12700" y="2914904"/>
                  </a:lnTo>
                  <a:lnTo>
                    <a:pt x="6350" y="2914904"/>
                  </a:lnTo>
                  <a:lnTo>
                    <a:pt x="12700" y="2914904"/>
                  </a:lnTo>
                  <a:cubicBezTo>
                    <a:pt x="12700" y="3232658"/>
                    <a:pt x="270637" y="3490341"/>
                    <a:pt x="588772" y="3490341"/>
                  </a:cubicBezTo>
                  <a:lnTo>
                    <a:pt x="4849495" y="3490341"/>
                  </a:lnTo>
                  <a:cubicBezTo>
                    <a:pt x="5167630" y="3490341"/>
                    <a:pt x="5425567" y="3232785"/>
                    <a:pt x="5425567" y="2914904"/>
                  </a:cubicBezTo>
                  <a:lnTo>
                    <a:pt x="5425567" y="588137"/>
                  </a:lnTo>
                  <a:cubicBezTo>
                    <a:pt x="5425567" y="270256"/>
                    <a:pt x="5167630" y="12700"/>
                    <a:pt x="4849495" y="12700"/>
                  </a:cubicBezTo>
                  <a:lnTo>
                    <a:pt x="588772" y="12700"/>
                  </a:lnTo>
                  <a:lnTo>
                    <a:pt x="588772" y="6350"/>
                  </a:lnTo>
                  <a:lnTo>
                    <a:pt x="588772" y="12700"/>
                  </a:lnTo>
                  <a:cubicBezTo>
                    <a:pt x="270637" y="12700"/>
                    <a:pt x="12700" y="270256"/>
                    <a:pt x="12700" y="588137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35" name="Group 35"/>
          <p:cNvGrpSpPr/>
          <p:nvPr/>
        </p:nvGrpSpPr>
        <p:grpSpPr>
          <a:xfrm>
            <a:off x="12724145" y="441920"/>
            <a:ext cx="5005947" cy="4005480"/>
            <a:chOff x="0" y="0"/>
            <a:chExt cx="7042019" cy="3503019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7029323" cy="3490341"/>
            </a:xfrm>
            <a:custGeom>
              <a:avLst/>
              <a:gdLst/>
              <a:ahLst/>
              <a:cxnLst/>
              <a:rect l="l" t="t" r="r" b="b"/>
              <a:pathLst>
                <a:path w="7029323" h="3490341">
                  <a:moveTo>
                    <a:pt x="0" y="581787"/>
                  </a:moveTo>
                  <a:cubicBezTo>
                    <a:pt x="0" y="260477"/>
                    <a:pt x="260985" y="0"/>
                    <a:pt x="582803" y="0"/>
                  </a:cubicBezTo>
                  <a:lnTo>
                    <a:pt x="6446520" y="0"/>
                  </a:lnTo>
                  <a:cubicBezTo>
                    <a:pt x="6768338" y="0"/>
                    <a:pt x="7029323" y="260477"/>
                    <a:pt x="7029323" y="581787"/>
                  </a:cubicBezTo>
                  <a:lnTo>
                    <a:pt x="7029323" y="2908554"/>
                  </a:lnTo>
                  <a:cubicBezTo>
                    <a:pt x="7029323" y="3229864"/>
                    <a:pt x="6768338" y="3490341"/>
                    <a:pt x="6446520" y="3490341"/>
                  </a:cubicBezTo>
                  <a:lnTo>
                    <a:pt x="582803" y="3490341"/>
                  </a:lnTo>
                  <a:cubicBezTo>
                    <a:pt x="260985" y="3490341"/>
                    <a:pt x="0" y="3229864"/>
                    <a:pt x="0" y="2908554"/>
                  </a:cubicBezTo>
                  <a:close/>
                </a:path>
              </a:pathLst>
            </a:custGeom>
            <a:grpFill/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7042023" cy="3503041"/>
            </a:xfrm>
            <a:custGeom>
              <a:avLst/>
              <a:gdLst/>
              <a:ahLst/>
              <a:cxnLst/>
              <a:rect l="l" t="t" r="r" b="b"/>
              <a:pathLst>
                <a:path w="7042023" h="3503041">
                  <a:moveTo>
                    <a:pt x="0" y="588137"/>
                  </a:moveTo>
                  <a:cubicBezTo>
                    <a:pt x="0" y="263271"/>
                    <a:pt x="263779" y="0"/>
                    <a:pt x="589153" y="0"/>
                  </a:cubicBezTo>
                  <a:lnTo>
                    <a:pt x="6452870" y="0"/>
                  </a:lnTo>
                  <a:lnTo>
                    <a:pt x="6452870" y="6350"/>
                  </a:lnTo>
                  <a:lnTo>
                    <a:pt x="6452870" y="0"/>
                  </a:lnTo>
                  <a:cubicBezTo>
                    <a:pt x="6778244" y="0"/>
                    <a:pt x="7042023" y="263271"/>
                    <a:pt x="7042023" y="588137"/>
                  </a:cubicBezTo>
                  <a:lnTo>
                    <a:pt x="7035673" y="588137"/>
                  </a:lnTo>
                  <a:lnTo>
                    <a:pt x="7042023" y="588137"/>
                  </a:lnTo>
                  <a:lnTo>
                    <a:pt x="7042023" y="2914904"/>
                  </a:lnTo>
                  <a:lnTo>
                    <a:pt x="7035673" y="2914904"/>
                  </a:lnTo>
                  <a:lnTo>
                    <a:pt x="7042023" y="2914904"/>
                  </a:lnTo>
                  <a:cubicBezTo>
                    <a:pt x="7042023" y="3239643"/>
                    <a:pt x="6778244" y="3503041"/>
                    <a:pt x="6452870" y="3503041"/>
                  </a:cubicBezTo>
                  <a:lnTo>
                    <a:pt x="6452870" y="3496691"/>
                  </a:lnTo>
                  <a:lnTo>
                    <a:pt x="6452870" y="3503041"/>
                  </a:lnTo>
                  <a:lnTo>
                    <a:pt x="589153" y="3503041"/>
                  </a:lnTo>
                  <a:lnTo>
                    <a:pt x="589153" y="3496691"/>
                  </a:lnTo>
                  <a:lnTo>
                    <a:pt x="589153" y="3503041"/>
                  </a:lnTo>
                  <a:cubicBezTo>
                    <a:pt x="263779" y="3503041"/>
                    <a:pt x="0" y="3239770"/>
                    <a:pt x="0" y="2914904"/>
                  </a:cubicBezTo>
                  <a:lnTo>
                    <a:pt x="0" y="588137"/>
                  </a:lnTo>
                  <a:lnTo>
                    <a:pt x="6350" y="588137"/>
                  </a:lnTo>
                  <a:lnTo>
                    <a:pt x="0" y="588137"/>
                  </a:lnTo>
                  <a:moveTo>
                    <a:pt x="12700" y="588137"/>
                  </a:moveTo>
                  <a:lnTo>
                    <a:pt x="12700" y="2914904"/>
                  </a:lnTo>
                  <a:lnTo>
                    <a:pt x="6350" y="2914904"/>
                  </a:lnTo>
                  <a:lnTo>
                    <a:pt x="12700" y="2914904"/>
                  </a:lnTo>
                  <a:cubicBezTo>
                    <a:pt x="12700" y="3232658"/>
                    <a:pt x="270764" y="3490341"/>
                    <a:pt x="589153" y="3490341"/>
                  </a:cubicBezTo>
                  <a:lnTo>
                    <a:pt x="6452870" y="3490341"/>
                  </a:lnTo>
                  <a:cubicBezTo>
                    <a:pt x="6771259" y="3490341"/>
                    <a:pt x="7029323" y="3232785"/>
                    <a:pt x="7029323" y="2914904"/>
                  </a:cubicBezTo>
                  <a:lnTo>
                    <a:pt x="7029323" y="588137"/>
                  </a:lnTo>
                  <a:cubicBezTo>
                    <a:pt x="7029323" y="270256"/>
                    <a:pt x="6771259" y="12700"/>
                    <a:pt x="6452870" y="12700"/>
                  </a:cubicBezTo>
                  <a:lnTo>
                    <a:pt x="589153" y="12700"/>
                  </a:lnTo>
                  <a:lnTo>
                    <a:pt x="589153" y="6350"/>
                  </a:lnTo>
                  <a:lnTo>
                    <a:pt x="589153" y="12700"/>
                  </a:lnTo>
                  <a:cubicBezTo>
                    <a:pt x="270764" y="12700"/>
                    <a:pt x="12700" y="270256"/>
                    <a:pt x="12700" y="588137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38" name="Group 38"/>
          <p:cNvGrpSpPr/>
          <p:nvPr/>
        </p:nvGrpSpPr>
        <p:grpSpPr>
          <a:xfrm>
            <a:off x="1356155" y="4817880"/>
            <a:ext cx="5675110" cy="4032715"/>
            <a:chOff x="0" y="0"/>
            <a:chExt cx="8860387" cy="3503019"/>
          </a:xfrm>
        </p:grpSpPr>
        <p:sp>
          <p:nvSpPr>
            <p:cNvPr id="39" name="Freeform 39"/>
            <p:cNvSpPr/>
            <p:nvPr/>
          </p:nvSpPr>
          <p:spPr>
            <a:xfrm>
              <a:off x="6350" y="6350"/>
              <a:ext cx="8847709" cy="3490341"/>
            </a:xfrm>
            <a:custGeom>
              <a:avLst/>
              <a:gdLst/>
              <a:ahLst/>
              <a:cxnLst/>
              <a:rect l="l" t="t" r="r" b="b"/>
              <a:pathLst>
                <a:path w="8847709" h="3490341">
                  <a:moveTo>
                    <a:pt x="0" y="581787"/>
                  </a:moveTo>
                  <a:cubicBezTo>
                    <a:pt x="0" y="260477"/>
                    <a:pt x="260985" y="0"/>
                    <a:pt x="583057" y="0"/>
                  </a:cubicBezTo>
                  <a:lnTo>
                    <a:pt x="8264652" y="0"/>
                  </a:lnTo>
                  <a:cubicBezTo>
                    <a:pt x="8586597" y="0"/>
                    <a:pt x="8847709" y="260477"/>
                    <a:pt x="8847709" y="581787"/>
                  </a:cubicBezTo>
                  <a:lnTo>
                    <a:pt x="8847709" y="2908554"/>
                  </a:lnTo>
                  <a:cubicBezTo>
                    <a:pt x="8847709" y="3229864"/>
                    <a:pt x="8586724" y="3490341"/>
                    <a:pt x="8264652" y="3490341"/>
                  </a:cubicBezTo>
                  <a:lnTo>
                    <a:pt x="583057" y="3490341"/>
                  </a:lnTo>
                  <a:cubicBezTo>
                    <a:pt x="260985" y="3490341"/>
                    <a:pt x="0" y="3229864"/>
                    <a:pt x="0" y="29085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8860409" cy="3503041"/>
            </a:xfrm>
            <a:custGeom>
              <a:avLst/>
              <a:gdLst/>
              <a:ahLst/>
              <a:cxnLst/>
              <a:rect l="l" t="t" r="r" b="b"/>
              <a:pathLst>
                <a:path w="8860409" h="3503041">
                  <a:moveTo>
                    <a:pt x="0" y="588137"/>
                  </a:moveTo>
                  <a:cubicBezTo>
                    <a:pt x="0" y="263271"/>
                    <a:pt x="263906" y="0"/>
                    <a:pt x="589407" y="0"/>
                  </a:cubicBezTo>
                  <a:lnTo>
                    <a:pt x="8271002" y="0"/>
                  </a:lnTo>
                  <a:lnTo>
                    <a:pt x="8271002" y="6350"/>
                  </a:lnTo>
                  <a:lnTo>
                    <a:pt x="8271002" y="0"/>
                  </a:lnTo>
                  <a:cubicBezTo>
                    <a:pt x="8596503" y="0"/>
                    <a:pt x="8860409" y="263271"/>
                    <a:pt x="8860409" y="588137"/>
                  </a:cubicBezTo>
                  <a:lnTo>
                    <a:pt x="8854059" y="588137"/>
                  </a:lnTo>
                  <a:lnTo>
                    <a:pt x="8860409" y="588137"/>
                  </a:lnTo>
                  <a:lnTo>
                    <a:pt x="8860409" y="2914904"/>
                  </a:lnTo>
                  <a:lnTo>
                    <a:pt x="8854059" y="2914904"/>
                  </a:lnTo>
                  <a:lnTo>
                    <a:pt x="8860409" y="2914904"/>
                  </a:lnTo>
                  <a:cubicBezTo>
                    <a:pt x="8860409" y="3239643"/>
                    <a:pt x="8596503" y="3503041"/>
                    <a:pt x="8271002" y="3503041"/>
                  </a:cubicBezTo>
                  <a:lnTo>
                    <a:pt x="8271002" y="3496691"/>
                  </a:lnTo>
                  <a:lnTo>
                    <a:pt x="8271002" y="3503041"/>
                  </a:lnTo>
                  <a:lnTo>
                    <a:pt x="589407" y="3503041"/>
                  </a:lnTo>
                  <a:lnTo>
                    <a:pt x="589407" y="3496691"/>
                  </a:lnTo>
                  <a:lnTo>
                    <a:pt x="589407" y="3503041"/>
                  </a:lnTo>
                  <a:cubicBezTo>
                    <a:pt x="263906" y="3503041"/>
                    <a:pt x="0" y="3239770"/>
                    <a:pt x="0" y="2914904"/>
                  </a:cubicBezTo>
                  <a:lnTo>
                    <a:pt x="0" y="588137"/>
                  </a:lnTo>
                  <a:lnTo>
                    <a:pt x="6350" y="588137"/>
                  </a:lnTo>
                  <a:lnTo>
                    <a:pt x="0" y="588137"/>
                  </a:lnTo>
                  <a:moveTo>
                    <a:pt x="12700" y="588137"/>
                  </a:moveTo>
                  <a:lnTo>
                    <a:pt x="12700" y="2914904"/>
                  </a:lnTo>
                  <a:lnTo>
                    <a:pt x="6350" y="2914904"/>
                  </a:lnTo>
                  <a:lnTo>
                    <a:pt x="12700" y="2914904"/>
                  </a:lnTo>
                  <a:cubicBezTo>
                    <a:pt x="12700" y="3232658"/>
                    <a:pt x="270891" y="3490341"/>
                    <a:pt x="589407" y="3490341"/>
                  </a:cubicBezTo>
                  <a:lnTo>
                    <a:pt x="8271002" y="3490341"/>
                  </a:lnTo>
                  <a:cubicBezTo>
                    <a:pt x="8589518" y="3490341"/>
                    <a:pt x="8847709" y="3232658"/>
                    <a:pt x="8847709" y="2914904"/>
                  </a:cubicBezTo>
                  <a:lnTo>
                    <a:pt x="8847709" y="588137"/>
                  </a:lnTo>
                  <a:cubicBezTo>
                    <a:pt x="8847709" y="270383"/>
                    <a:pt x="8589518" y="12700"/>
                    <a:pt x="8271002" y="12700"/>
                  </a:cubicBezTo>
                  <a:lnTo>
                    <a:pt x="589407" y="12700"/>
                  </a:lnTo>
                  <a:lnTo>
                    <a:pt x="589407" y="6350"/>
                  </a:lnTo>
                  <a:lnTo>
                    <a:pt x="589407" y="12700"/>
                  </a:lnTo>
                  <a:cubicBezTo>
                    <a:pt x="270891" y="12700"/>
                    <a:pt x="12700" y="270383"/>
                    <a:pt x="12700" y="58813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643536" y="1322755"/>
            <a:ext cx="4927310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9250" lvl="1" indent="-285750" algn="l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Flow Filter –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это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фильтр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который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не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теряет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форму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в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процессе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курения</a:t>
            </a:r>
            <a:endParaRPr lang="en-US" err="1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349250" lvl="1" indent="-285750" algn="l"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Европейское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качество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данные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предложения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производятся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в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Европе</a:t>
            </a:r>
            <a:endParaRPr lang="en-US" err="1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349250" lvl="1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Reduced Smell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Технология</a:t>
            </a:r>
            <a:endParaRPr lang="en-US" dirty="0" err="1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349250" lvl="1" indent="-285750" algn="l"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Тонкая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нарезка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табака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2" name="TextBox 42"/>
          <p:cNvSpPr txBox="1"/>
          <p:nvPr/>
        </p:nvSpPr>
        <p:spPr>
          <a:xfrm rot="16200000">
            <a:off x="76118" y="2247043"/>
            <a:ext cx="1314646" cy="41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Dunhill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10437" y="1342839"/>
            <a:ext cx="3855720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0360" lvl="1" indent="-285750" algn="l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Арома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табак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ru-RU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340360" lvl="1" indent="-2857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</a:t>
            </a:r>
            <a:r>
              <a:rPr lang="en-US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ладкий</a:t>
            </a: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фильтр</a:t>
            </a:r>
            <a:endParaRPr lang="ru-RU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34036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Reduced Smell Технология</a:t>
            </a:r>
            <a:endParaRPr lang="en-US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34036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Мягкий табачный вкус, дополненный нотками красных ягод</a:t>
            </a:r>
            <a:endParaRPr lang="en-US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4" name="TextBox 44"/>
          <p:cNvSpPr txBox="1"/>
          <p:nvPr/>
        </p:nvSpPr>
        <p:spPr>
          <a:xfrm rot="16200000">
            <a:off x="300928" y="6639024"/>
            <a:ext cx="865805" cy="41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Kent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133622" y="4985911"/>
            <a:ext cx="423375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Montserrat"/>
                <a:ea typeface="Montserrat Bold"/>
                <a:cs typeface="Montserrat Bold"/>
                <a:sym typeface="Montserrat Bold"/>
              </a:rPr>
              <a:t>Kent </a:t>
            </a:r>
            <a:r>
              <a:rPr lang="en-US" sz="2000" b="1" dirty="0" err="1">
                <a:solidFill>
                  <a:srgbClr val="000000"/>
                </a:solidFill>
                <a:latin typeface="Montserrat"/>
                <a:ea typeface="Montserrat Bold"/>
                <a:cs typeface="Montserrat Bold"/>
                <a:sym typeface="Montserrat Bold"/>
              </a:rPr>
              <a:t>Superslims</a:t>
            </a:r>
            <a:endParaRPr lang="ru-RU" sz="2000" b="1" dirty="0" err="1">
              <a:solidFill>
                <a:srgbClr val="000000"/>
              </a:solidFill>
              <a:latin typeface="Montserrat"/>
              <a:ea typeface="Montserrat Bold"/>
              <a:cs typeface="Montserrat Bold"/>
            </a:endParaRPr>
          </a:p>
        </p:txBody>
      </p:sp>
      <p:sp>
        <p:nvSpPr>
          <p:cNvPr id="49" name="TextBox 49"/>
          <p:cNvSpPr txBox="1"/>
          <p:nvPr/>
        </p:nvSpPr>
        <p:spPr>
          <a:xfrm rot="16200000">
            <a:off x="7151065" y="6741397"/>
            <a:ext cx="1963862" cy="41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Rothmans</a:t>
            </a:r>
            <a:r>
              <a:rPr lang="en-US" sz="2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577631" y="4977208"/>
            <a:ext cx="3855720" cy="40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Rothmans</a:t>
            </a:r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Demi</a:t>
            </a:r>
            <a:endParaRPr lang="ru-RU" sz="16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368905" y="6390026"/>
            <a:ext cx="3513123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Rothmans King Size Blue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6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endParaRPr lang="ru-RU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ct val="150000"/>
              </a:lnSpc>
            </a:pP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Rothmans King Size Silver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4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3339020" y="1362462"/>
            <a:ext cx="3952201" cy="1199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3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Reduced Smell Технология</a:t>
            </a:r>
            <a:endParaRPr lang="ru-RU" sz="2000">
              <a:latin typeface="Montserrat"/>
              <a:ea typeface="Calibri"/>
              <a:cs typeface="Calibri"/>
            </a:endParaRPr>
          </a:p>
          <a:p>
            <a:pPr marL="36703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Угольный фильтр-мундштук</a:t>
            </a:r>
            <a:endParaRPr lang="en-US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36703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Сбалансированный вкус</a:t>
            </a:r>
            <a:endParaRPr lang="en-US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grpSp>
        <p:nvGrpSpPr>
          <p:cNvPr id="54" name="Group 54"/>
          <p:cNvGrpSpPr/>
          <p:nvPr/>
        </p:nvGrpSpPr>
        <p:grpSpPr>
          <a:xfrm>
            <a:off x="11990992" y="601976"/>
            <a:ext cx="563525" cy="3607240"/>
            <a:chOff x="0" y="0"/>
            <a:chExt cx="751367" cy="3320227"/>
          </a:xfrm>
          <a:solidFill>
            <a:srgbClr val="F2DCDB"/>
          </a:solidFill>
        </p:grpSpPr>
        <p:sp>
          <p:nvSpPr>
            <p:cNvPr id="55" name="Freeform 55"/>
            <p:cNvSpPr/>
            <p:nvPr/>
          </p:nvSpPr>
          <p:spPr>
            <a:xfrm>
              <a:off x="6350" y="6350"/>
              <a:ext cx="738632" cy="3307461"/>
            </a:xfrm>
            <a:custGeom>
              <a:avLst/>
              <a:gdLst/>
              <a:ahLst/>
              <a:cxnLst/>
              <a:rect l="l" t="t" r="r" b="b"/>
              <a:pathLst>
                <a:path w="738632" h="3307461">
                  <a:moveTo>
                    <a:pt x="0" y="124714"/>
                  </a:moveTo>
                  <a:cubicBezTo>
                    <a:pt x="0" y="55880"/>
                    <a:pt x="55118" y="0"/>
                    <a:pt x="123063" y="0"/>
                  </a:cubicBezTo>
                  <a:lnTo>
                    <a:pt x="615569" y="0"/>
                  </a:lnTo>
                  <a:cubicBezTo>
                    <a:pt x="683514" y="0"/>
                    <a:pt x="738632" y="55880"/>
                    <a:pt x="738632" y="124714"/>
                  </a:cubicBezTo>
                  <a:lnTo>
                    <a:pt x="738632" y="3182747"/>
                  </a:lnTo>
                  <a:cubicBezTo>
                    <a:pt x="738632" y="3251708"/>
                    <a:pt x="683514" y="3307461"/>
                    <a:pt x="615569" y="3307461"/>
                  </a:cubicBezTo>
                  <a:lnTo>
                    <a:pt x="123063" y="3307461"/>
                  </a:lnTo>
                  <a:cubicBezTo>
                    <a:pt x="55118" y="3307461"/>
                    <a:pt x="0" y="3251581"/>
                    <a:pt x="0" y="3182747"/>
                  </a:cubicBezTo>
                  <a:close/>
                </a:path>
              </a:pathLst>
            </a:custGeom>
            <a:grpFill/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751332" cy="3320288"/>
            </a:xfrm>
            <a:custGeom>
              <a:avLst/>
              <a:gdLst/>
              <a:ahLst/>
              <a:cxnLst/>
              <a:rect l="l" t="t" r="r" b="b"/>
              <a:pathLst>
                <a:path w="751332" h="3320288">
                  <a:moveTo>
                    <a:pt x="0" y="131064"/>
                  </a:moveTo>
                  <a:cubicBezTo>
                    <a:pt x="0" y="58801"/>
                    <a:pt x="57912" y="0"/>
                    <a:pt x="129413" y="0"/>
                  </a:cubicBezTo>
                  <a:lnTo>
                    <a:pt x="621919" y="0"/>
                  </a:lnTo>
                  <a:lnTo>
                    <a:pt x="621919" y="6350"/>
                  </a:lnTo>
                  <a:lnTo>
                    <a:pt x="621919" y="0"/>
                  </a:lnTo>
                  <a:cubicBezTo>
                    <a:pt x="693420" y="0"/>
                    <a:pt x="751332" y="58801"/>
                    <a:pt x="751332" y="131064"/>
                  </a:cubicBezTo>
                  <a:lnTo>
                    <a:pt x="744982" y="131064"/>
                  </a:lnTo>
                  <a:lnTo>
                    <a:pt x="751332" y="131064"/>
                  </a:lnTo>
                  <a:lnTo>
                    <a:pt x="751332" y="3189097"/>
                  </a:lnTo>
                  <a:lnTo>
                    <a:pt x="744982" y="3189097"/>
                  </a:lnTo>
                  <a:lnTo>
                    <a:pt x="751332" y="3189097"/>
                  </a:lnTo>
                  <a:cubicBezTo>
                    <a:pt x="751332" y="3261360"/>
                    <a:pt x="693420" y="3320161"/>
                    <a:pt x="621919" y="3320161"/>
                  </a:cubicBezTo>
                  <a:lnTo>
                    <a:pt x="621919" y="3313811"/>
                  </a:lnTo>
                  <a:lnTo>
                    <a:pt x="621919" y="3320161"/>
                  </a:lnTo>
                  <a:lnTo>
                    <a:pt x="129413" y="3320161"/>
                  </a:lnTo>
                  <a:lnTo>
                    <a:pt x="129413" y="3313811"/>
                  </a:lnTo>
                  <a:lnTo>
                    <a:pt x="129413" y="3320161"/>
                  </a:lnTo>
                  <a:cubicBezTo>
                    <a:pt x="57912" y="3320288"/>
                    <a:pt x="0" y="3261487"/>
                    <a:pt x="0" y="3189097"/>
                  </a:cubicBezTo>
                  <a:lnTo>
                    <a:pt x="0" y="131064"/>
                  </a:lnTo>
                  <a:lnTo>
                    <a:pt x="6350" y="131064"/>
                  </a:lnTo>
                  <a:lnTo>
                    <a:pt x="0" y="131064"/>
                  </a:lnTo>
                  <a:moveTo>
                    <a:pt x="12700" y="131064"/>
                  </a:moveTo>
                  <a:lnTo>
                    <a:pt x="12700" y="3189097"/>
                  </a:lnTo>
                  <a:lnTo>
                    <a:pt x="6350" y="3189097"/>
                  </a:lnTo>
                  <a:lnTo>
                    <a:pt x="12700" y="3189097"/>
                  </a:lnTo>
                  <a:cubicBezTo>
                    <a:pt x="12700" y="3254629"/>
                    <a:pt x="65024" y="3307461"/>
                    <a:pt x="129413" y="3307461"/>
                  </a:cubicBezTo>
                  <a:lnTo>
                    <a:pt x="621919" y="3307461"/>
                  </a:lnTo>
                  <a:cubicBezTo>
                    <a:pt x="686308" y="3307461"/>
                    <a:pt x="738632" y="3254502"/>
                    <a:pt x="738632" y="3189097"/>
                  </a:cubicBezTo>
                  <a:lnTo>
                    <a:pt x="738632" y="131064"/>
                  </a:lnTo>
                  <a:cubicBezTo>
                    <a:pt x="738632" y="65659"/>
                    <a:pt x="686308" y="12700"/>
                    <a:pt x="621919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659"/>
                    <a:pt x="12700" y="131064"/>
                  </a:cubicBezTo>
                  <a:close/>
                </a:path>
              </a:pathLst>
            </a:custGeom>
            <a:grpFill/>
          </p:spPr>
        </p:sp>
      </p:grpSp>
      <p:sp>
        <p:nvSpPr>
          <p:cNvPr id="57" name="TextBox 57"/>
          <p:cNvSpPr txBox="1"/>
          <p:nvPr/>
        </p:nvSpPr>
        <p:spPr>
          <a:xfrm rot="16200000">
            <a:off x="11070757" y="1996330"/>
            <a:ext cx="2356598" cy="41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Lucky Strike </a:t>
            </a:r>
          </a:p>
        </p:txBody>
      </p:sp>
      <p:grpSp>
        <p:nvGrpSpPr>
          <p:cNvPr id="62" name="Group 62"/>
          <p:cNvGrpSpPr>
            <a:grpSpLocks noChangeAspect="1"/>
          </p:cNvGrpSpPr>
          <p:nvPr/>
        </p:nvGrpSpPr>
        <p:grpSpPr>
          <a:xfrm>
            <a:off x="84834" y="8829670"/>
            <a:ext cx="1454182" cy="1449126"/>
            <a:chOff x="0" y="0"/>
            <a:chExt cx="2039089" cy="2032000"/>
          </a:xfrm>
        </p:grpSpPr>
        <p:sp>
          <p:nvSpPr>
            <p:cNvPr id="63" name="Freeform 63" descr="A close up of a sign  Description automatically generated"/>
            <p:cNvSpPr/>
            <p:nvPr/>
          </p:nvSpPr>
          <p:spPr>
            <a:xfrm>
              <a:off x="0" y="0"/>
              <a:ext cx="2039112" cy="2032000"/>
            </a:xfrm>
            <a:custGeom>
              <a:avLst/>
              <a:gdLst/>
              <a:ahLst/>
              <a:cxnLst/>
              <a:rect l="l" t="t" r="r" b="b"/>
              <a:pathLst>
                <a:path w="2039112" h="2032000">
                  <a:moveTo>
                    <a:pt x="0" y="0"/>
                  </a:moveTo>
                  <a:lnTo>
                    <a:pt x="2039112" y="0"/>
                  </a:lnTo>
                  <a:lnTo>
                    <a:pt x="2039112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" r="1" b="-9"/>
              </a:stretch>
            </a:blipFill>
          </p:spPr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29E0D21-E873-EB46-1C36-A093A021FFD7}"/>
              </a:ext>
            </a:extLst>
          </p:cNvPr>
          <p:cNvSpPr txBox="1"/>
          <p:nvPr/>
        </p:nvSpPr>
        <p:spPr>
          <a:xfrm>
            <a:off x="3711179" y="9758229"/>
            <a:ext cx="140244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69"/>
            <a:r>
              <a:rPr lang="ru-RU" sz="1350" dirty="0">
                <a:solidFill>
                  <a:schemeClr val="bg1"/>
                </a:solidFill>
                <a:latin typeface="Montserrat" panose="00000500000000000000" pitchFamily="2" charset="-52"/>
              </a:rPr>
              <a:t>*Настоящий материал предназначен для внутреннего пользования работниками ТОО "БАТ КТ", а также работниками агентств, оказывающих услуги для ТОО "БАТ КТ</a:t>
            </a:r>
            <a:r>
              <a:rPr lang="en-US" sz="1350" dirty="0">
                <a:solidFill>
                  <a:schemeClr val="bg1"/>
                </a:solidFill>
                <a:latin typeface="Montserrat" panose="00000500000000000000" pitchFamily="2" charset="-52"/>
              </a:rPr>
              <a:t>”.</a:t>
            </a:r>
            <a:r>
              <a:rPr lang="ru-RU" sz="1350" dirty="0">
                <a:solidFill>
                  <a:schemeClr val="bg1"/>
                </a:solidFill>
                <a:latin typeface="Montserrat" panose="00000500000000000000" pitchFamily="2" charset="-52"/>
              </a:rPr>
              <a:t> Не подлежит передаче, распространению, копированию и дальнейшему использованию третьими лицами"</a:t>
            </a:r>
          </a:p>
        </p:txBody>
      </p:sp>
      <p:sp>
        <p:nvSpPr>
          <p:cNvPr id="65" name="Овал 64"/>
          <p:cNvSpPr/>
          <p:nvPr/>
        </p:nvSpPr>
        <p:spPr>
          <a:xfrm>
            <a:off x="8804826" y="6367040"/>
            <a:ext cx="459908" cy="45198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Овал 65"/>
          <p:cNvSpPr/>
          <p:nvPr/>
        </p:nvSpPr>
        <p:spPr>
          <a:xfrm>
            <a:off x="8804826" y="7034568"/>
            <a:ext cx="459908" cy="45198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14129224" y="7229486"/>
            <a:ext cx="3427544" cy="1158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2877" lvl="1" indent="-81439"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Rothmans Demi Blue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6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endParaRPr lang="ru-RU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62877" lvl="1" indent="-81439">
              <a:lnSpc>
                <a:spcPct val="150000"/>
              </a:lnSpc>
            </a:pP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62877" lvl="1" indent="-81439"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Rothmans Demi Silver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4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Овал 67"/>
          <p:cNvSpPr/>
          <p:nvPr/>
        </p:nvSpPr>
        <p:spPr>
          <a:xfrm>
            <a:off x="13571423" y="7281070"/>
            <a:ext cx="459908" cy="45198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13571423" y="7932001"/>
            <a:ext cx="459908" cy="45198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2279214" y="6387361"/>
            <a:ext cx="4599193" cy="20621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62560" lvl="1" indent="-81280"/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Kent Superslims Fresh Haze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4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мятная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капсула, с яблочными нотками)</a:t>
            </a:r>
            <a:endParaRPr lang="ru-RU" sz="16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162560" lvl="1" indent="-81280"/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162560" lvl="1" indent="-81280"/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Kent Superslims Violet Mix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4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(ягодная капсула с мятными нотками)</a:t>
            </a:r>
            <a:endParaRPr lang="ru-RU" sz="16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162560" lvl="1" indent="-81280"/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162560" lvl="1" indent="-81280"/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Kent Superslims Silver 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- 4 </a:t>
            </a:r>
            <a:r>
              <a:rPr lang="en-US" sz="160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(мягкий табачный вкус)</a:t>
            </a: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71" name="Овал 70"/>
          <p:cNvSpPr/>
          <p:nvPr/>
        </p:nvSpPr>
        <p:spPr>
          <a:xfrm>
            <a:off x="1746293" y="6396704"/>
            <a:ext cx="459908" cy="451989"/>
          </a:xfrm>
          <a:prstGeom prst="ellipse">
            <a:avLst/>
          </a:prstGeom>
          <a:solidFill>
            <a:srgbClr val="017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/>
          <p:cNvSpPr/>
          <p:nvPr/>
        </p:nvSpPr>
        <p:spPr>
          <a:xfrm>
            <a:off x="1756660" y="7986821"/>
            <a:ext cx="459908" cy="45198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/>
          <p:cNvSpPr/>
          <p:nvPr/>
        </p:nvSpPr>
        <p:spPr>
          <a:xfrm>
            <a:off x="1761739" y="7178645"/>
            <a:ext cx="459908" cy="451989"/>
          </a:xfrm>
          <a:prstGeom prst="ellipse">
            <a:avLst/>
          </a:prstGeom>
          <a:solidFill>
            <a:srgbClr val="780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 73"/>
          <p:cNvSpPr/>
          <p:nvPr/>
        </p:nvSpPr>
        <p:spPr>
          <a:xfrm>
            <a:off x="2332353" y="3112562"/>
            <a:ext cx="42320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6682" lvl="1" indent="-63341"/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Fine Cut Master Blend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- 7/0,7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endParaRPr lang="ru-RU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6682" lvl="1" indent="-63341"/>
            <a:endParaRPr lang="ru-RU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6682" lvl="1" indent="-63341"/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</a:p>
          <a:p>
            <a:pPr marL="126682" lvl="1" indent="-63341"/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Fine Cut Signature Blend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- 4/0,3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Прямоугольник 74"/>
          <p:cNvSpPr/>
          <p:nvPr/>
        </p:nvSpPr>
        <p:spPr>
          <a:xfrm>
            <a:off x="8416897" y="3505277"/>
            <a:ext cx="25593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8585" lvl="1" indent="-54292"/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Ruby Aroma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- 5/0,5 </a:t>
            </a:r>
            <a:r>
              <a:rPr lang="ru-RU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Овал 75"/>
          <p:cNvSpPr/>
          <p:nvPr/>
        </p:nvSpPr>
        <p:spPr>
          <a:xfrm>
            <a:off x="7689379" y="3463191"/>
            <a:ext cx="459908" cy="451989"/>
          </a:xfrm>
          <a:prstGeom prst="ellipse">
            <a:avLst/>
          </a:prstGeom>
          <a:solidFill>
            <a:srgbClr val="CC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/>
          <p:cNvSpPr/>
          <p:nvPr/>
        </p:nvSpPr>
        <p:spPr>
          <a:xfrm>
            <a:off x="13548279" y="3002275"/>
            <a:ext cx="3941400" cy="1527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2877" lvl="1" indent="-81439"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Lucky Strike Compact Blue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- 6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endParaRPr lang="ru-RU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62877" lvl="1" indent="-81439">
              <a:lnSpc>
                <a:spcPct val="150000"/>
              </a:lnSpc>
            </a:pP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62877" lvl="1" indent="-81439"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Lucky Strike Compact Silver  </a:t>
            </a: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- 4 </a:t>
            </a:r>
            <a:r>
              <a:rPr lang="en-US" sz="16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мг</a:t>
            </a: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Овал 77"/>
          <p:cNvSpPr/>
          <p:nvPr/>
        </p:nvSpPr>
        <p:spPr>
          <a:xfrm>
            <a:off x="13054979" y="3050409"/>
            <a:ext cx="459908" cy="45198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Овал 78"/>
          <p:cNvSpPr/>
          <p:nvPr/>
        </p:nvSpPr>
        <p:spPr>
          <a:xfrm>
            <a:off x="13055659" y="3683235"/>
            <a:ext cx="459908" cy="45198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Овал 79"/>
          <p:cNvSpPr/>
          <p:nvPr/>
        </p:nvSpPr>
        <p:spPr>
          <a:xfrm>
            <a:off x="1740918" y="3049445"/>
            <a:ext cx="459908" cy="45198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Овал 80"/>
          <p:cNvSpPr/>
          <p:nvPr/>
        </p:nvSpPr>
        <p:spPr>
          <a:xfrm>
            <a:off x="1757043" y="3759500"/>
            <a:ext cx="459908" cy="45198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9285128" y="5147113"/>
            <a:ext cx="2884123" cy="501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Rothmans King Size</a:t>
            </a:r>
            <a:endParaRPr lang="ru-RU" sz="20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DFE78-37F2-4256-1D5F-2A09F88C51B2}"/>
              </a:ext>
            </a:extLst>
          </p:cNvPr>
          <p:cNvSpPr txBox="1"/>
          <p:nvPr/>
        </p:nvSpPr>
        <p:spPr>
          <a:xfrm>
            <a:off x="2085204" y="5406081"/>
            <a:ext cx="42785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62560" lvl="1" indent="-81280" rtl="0">
              <a:buFont typeface="Arial,Sans-Serif"/>
              <a:buChar char="•"/>
            </a:pPr>
            <a:r>
              <a:rPr lang="en-US" sz="1800" baseline="0" dirty="0">
                <a:latin typeface="Montserrat"/>
                <a:ea typeface="Arial"/>
                <a:cs typeface="Arial"/>
              </a:rPr>
              <a:t>Reduced Smell </a:t>
            </a:r>
            <a:r>
              <a:rPr lang="en-US" sz="1800" baseline="0" dirty="0" err="1">
                <a:latin typeface="Montserrat"/>
                <a:ea typeface="Arial"/>
                <a:cs typeface="Arial"/>
              </a:rPr>
              <a:t>Технология</a:t>
            </a:r>
            <a:r>
              <a:rPr lang="en-US" sz="1800" dirty="0">
                <a:latin typeface="Montserrat"/>
                <a:ea typeface="Arial"/>
                <a:cs typeface="Arial"/>
              </a:rPr>
              <a:t>​</a:t>
            </a:r>
            <a:endParaRPr lang="ru-RU" dirty="0"/>
          </a:p>
          <a:p>
            <a:pPr marL="162560" lvl="1" indent="-81280" rtl="0">
              <a:buFont typeface="Arial,Sans-Serif"/>
              <a:buChar char="•"/>
            </a:pPr>
            <a:r>
              <a:rPr lang="en-US" sz="1800" baseline="0" dirty="0" err="1">
                <a:latin typeface="Montserrat"/>
                <a:ea typeface="Arial"/>
                <a:cs typeface="Arial"/>
              </a:rPr>
              <a:t>Моноацетатный</a:t>
            </a:r>
            <a:r>
              <a:rPr lang="en-US" sz="1800" baseline="0" dirty="0">
                <a:latin typeface="Montserrat"/>
                <a:ea typeface="Arial"/>
                <a:cs typeface="Arial"/>
              </a:rPr>
              <a:t> </a:t>
            </a:r>
            <a:r>
              <a:rPr lang="en-US" dirty="0" err="1">
                <a:latin typeface="Montserrat"/>
                <a:ea typeface="Arial"/>
                <a:cs typeface="Arial"/>
              </a:rPr>
              <a:t>фильтр</a:t>
            </a:r>
            <a:endParaRPr lang="en-US" sz="1800" baseline="0">
              <a:latin typeface="Montserrat"/>
              <a:ea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7DA5B-ED10-B550-0F31-3B4CA56D14DE}"/>
              </a:ext>
            </a:extLst>
          </p:cNvPr>
          <p:cNvSpPr txBox="1"/>
          <p:nvPr/>
        </p:nvSpPr>
        <p:spPr>
          <a:xfrm>
            <a:off x="13422527" y="5483313"/>
            <a:ext cx="417040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aseline="0" dirty="0">
                <a:latin typeface="Montserrat"/>
                <a:ea typeface="Arial"/>
                <a:cs typeface="Arial"/>
              </a:rPr>
              <a:t>Reduced Smell </a:t>
            </a:r>
            <a:r>
              <a:rPr lang="en-US" baseline="0" dirty="0" err="1">
                <a:latin typeface="Montserrat"/>
                <a:ea typeface="Arial"/>
                <a:cs typeface="Arial"/>
              </a:rPr>
              <a:t>Технология</a:t>
            </a:r>
            <a:r>
              <a:rPr lang="en-US" dirty="0" smtClean="0">
                <a:latin typeface="Montserrat"/>
                <a:ea typeface="Arial"/>
                <a:cs typeface="Arial"/>
              </a:rPr>
              <a:t>​</a:t>
            </a:r>
            <a:endParaRPr lang="ru-RU" dirty="0" smtClean="0">
              <a:latin typeface="Montserrat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aseline="0" dirty="0" err="1" smtClean="0">
                <a:latin typeface="Montserrat"/>
                <a:ea typeface="Arial"/>
                <a:cs typeface="Arial"/>
              </a:rPr>
              <a:t>Компактный</a:t>
            </a:r>
            <a:r>
              <a:rPr lang="en-US" baseline="0" dirty="0" smtClean="0">
                <a:latin typeface="Montserrat"/>
                <a:ea typeface="Arial"/>
                <a:cs typeface="Arial"/>
              </a:rPr>
              <a:t> </a:t>
            </a:r>
            <a:r>
              <a:rPr lang="en-US" baseline="0" dirty="0" err="1">
                <a:latin typeface="Montserrat"/>
                <a:ea typeface="Arial"/>
                <a:cs typeface="Arial"/>
              </a:rPr>
              <a:t>размер</a:t>
            </a:r>
            <a:r>
              <a:rPr lang="en-US" baseline="0" dirty="0">
                <a:latin typeface="Montserrat"/>
                <a:ea typeface="Arial"/>
                <a:cs typeface="Arial"/>
              </a:rPr>
              <a:t> </a:t>
            </a:r>
            <a:r>
              <a:rPr lang="en-US" dirty="0">
                <a:latin typeface="Montserrat"/>
                <a:ea typeface="Arial"/>
                <a:cs typeface="Arial"/>
              </a:rPr>
              <a:t>​</a:t>
            </a:r>
            <a:endParaRPr lang="ru-RU" dirty="0">
              <a:latin typeface="Montserrat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aseline="0" dirty="0" err="1">
                <a:latin typeface="Montserrat"/>
                <a:ea typeface="Arial"/>
                <a:cs typeface="Arial"/>
              </a:rPr>
              <a:t>Насыщенный</a:t>
            </a:r>
            <a:r>
              <a:rPr lang="en-US" baseline="0" dirty="0">
                <a:latin typeface="Montserrat"/>
                <a:ea typeface="Arial"/>
                <a:cs typeface="Arial"/>
              </a:rPr>
              <a:t>, </a:t>
            </a:r>
            <a:r>
              <a:rPr lang="en-US" baseline="0" dirty="0" err="1">
                <a:latin typeface="Montserrat"/>
                <a:ea typeface="Arial"/>
                <a:cs typeface="Arial"/>
              </a:rPr>
              <a:t>сбалансированный</a:t>
            </a:r>
            <a:r>
              <a:rPr lang="en-US" baseline="0" dirty="0">
                <a:latin typeface="Montserrat"/>
                <a:ea typeface="Arial"/>
                <a:cs typeface="Arial"/>
              </a:rPr>
              <a:t> </a:t>
            </a:r>
            <a:r>
              <a:rPr lang="en-US" baseline="0" dirty="0" err="1">
                <a:latin typeface="Montserrat"/>
                <a:ea typeface="Arial"/>
                <a:cs typeface="Arial"/>
              </a:rPr>
              <a:t>вкус</a:t>
            </a:r>
            <a:r>
              <a:rPr lang="en-US" baseline="0" dirty="0">
                <a:latin typeface="Montserrat"/>
                <a:ea typeface="Arial"/>
                <a:cs typeface="Arial"/>
              </a:rPr>
              <a:t> </a:t>
            </a:r>
            <a:r>
              <a:rPr lang="en-US" dirty="0">
                <a:latin typeface="Montserrat"/>
                <a:ea typeface="Arial"/>
                <a:cs typeface="Arial"/>
              </a:rPr>
              <a:t>​</a:t>
            </a:r>
            <a:endParaRPr lang="ru-RU" dirty="0">
              <a:latin typeface="Montserrat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aseline="0" dirty="0" err="1">
                <a:latin typeface="Montserrat"/>
                <a:ea typeface="Arial"/>
                <a:cs typeface="Arial"/>
              </a:rPr>
              <a:t>Высокое</a:t>
            </a:r>
            <a:r>
              <a:rPr lang="en-US" baseline="0" dirty="0">
                <a:latin typeface="Montserrat"/>
                <a:ea typeface="Arial"/>
                <a:cs typeface="Arial"/>
              </a:rPr>
              <a:t> </a:t>
            </a:r>
            <a:r>
              <a:rPr lang="en-US" baseline="0" dirty="0" err="1">
                <a:latin typeface="Montserrat"/>
                <a:ea typeface="Arial"/>
                <a:cs typeface="Arial"/>
              </a:rPr>
              <a:t>качество</a:t>
            </a:r>
            <a:r>
              <a:rPr lang="en-US" baseline="0" dirty="0">
                <a:latin typeface="Montserrat"/>
                <a:ea typeface="Arial"/>
                <a:cs typeface="Arial"/>
              </a:rPr>
              <a:t> </a:t>
            </a:r>
            <a:r>
              <a:rPr lang="en-US" baseline="0" dirty="0" err="1">
                <a:latin typeface="Montserrat"/>
                <a:ea typeface="Arial"/>
                <a:cs typeface="Arial"/>
              </a:rPr>
              <a:t>табака</a:t>
            </a:r>
            <a:r>
              <a:rPr lang="en-US" baseline="0" dirty="0">
                <a:latin typeface="Montserrat"/>
                <a:ea typeface="Arial"/>
                <a:cs typeface="Arial"/>
              </a:rPr>
              <a:t> </a:t>
            </a:r>
            <a:endParaRPr lang="ru-RU" baseline="0" dirty="0">
              <a:latin typeface="Montserrat"/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E5B675-4F3F-A1FB-0097-CD2DC3BFE1E3}"/>
              </a:ext>
            </a:extLst>
          </p:cNvPr>
          <p:cNvSpPr txBox="1"/>
          <p:nvPr/>
        </p:nvSpPr>
        <p:spPr>
          <a:xfrm>
            <a:off x="1760838" y="772297"/>
            <a:ext cx="472645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Montserrat"/>
                <a:ea typeface="Montserrat Bold"/>
                <a:cs typeface="Montserrat Bold"/>
              </a:rPr>
              <a:t>Dunhill Fine Cut (King Size 100</a:t>
            </a:r>
            <a:endParaRPr lang="en-US" sz="2000" dirty="0">
              <a:latin typeface="Montserra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8D9E8E-F49F-513F-36F9-396F328A0AD4}"/>
              </a:ext>
            </a:extLst>
          </p:cNvPr>
          <p:cNvSpPr txBox="1"/>
          <p:nvPr/>
        </p:nvSpPr>
        <p:spPr>
          <a:xfrm>
            <a:off x="8418041" y="695068"/>
            <a:ext cx="24095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 dirty="0">
                <a:latin typeface="Montserrat Bold"/>
              </a:rPr>
              <a:t>Dunhill </a:t>
            </a:r>
            <a:r>
              <a:rPr lang="en-US" sz="2000" b="1" dirty="0">
                <a:latin typeface="Montserrat Bold"/>
              </a:rPr>
              <a:t>Demi</a:t>
            </a:r>
            <a:endParaRPr lang="ru-RU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C26F0-0F50-3D5F-5CD0-683467891BB5}"/>
              </a:ext>
            </a:extLst>
          </p:cNvPr>
          <p:cNvSpPr txBox="1"/>
          <p:nvPr/>
        </p:nvSpPr>
        <p:spPr>
          <a:xfrm>
            <a:off x="13669662" y="664176"/>
            <a:ext cx="344444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Montserrat Bold"/>
                <a:ea typeface="Montserrat Bold"/>
                <a:cs typeface="Montserrat Bold"/>
              </a:rPr>
              <a:t>Lucky Strike Compact</a:t>
            </a:r>
            <a:endParaRPr lang="en-US" sz="2000"/>
          </a:p>
          <a:p>
            <a:pPr algn="ctr"/>
            <a:endParaRPr lang="ru-RU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600</Words>
  <Application>Microsoft Office PowerPoint</Application>
  <PresentationFormat>Произвольный</PresentationFormat>
  <Paragraphs>124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2" baseType="lpstr">
      <vt:lpstr>Helvetica</vt:lpstr>
      <vt:lpstr>Arial</vt:lpstr>
      <vt:lpstr>Arial,Sans-Serif</vt:lpstr>
      <vt:lpstr>Calibri</vt:lpstr>
      <vt:lpstr>Montserrat</vt:lpstr>
      <vt:lpstr>Montserrat Bold</vt:lpstr>
      <vt:lpstr>Century Gothic</vt:lpstr>
      <vt:lpstr>Open Sans</vt:lpstr>
      <vt:lpstr>Office Theme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Product Book HP FMC 05.25.pptx</dc:title>
  <dc:creator>Зейнешева Диларом</dc:creator>
  <cp:lastModifiedBy>User</cp:lastModifiedBy>
  <cp:revision>254</cp:revision>
  <dcterms:created xsi:type="dcterms:W3CDTF">2006-08-16T00:00:00Z</dcterms:created>
  <dcterms:modified xsi:type="dcterms:W3CDTF">2026-02-04T06:43:38Z</dcterms:modified>
  <dc:identifier>DAGzCXiH9qk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9fea72e-161c-48c8-8e82-3fc1e9b3162c_Enabled">
    <vt:lpwstr>true</vt:lpwstr>
  </property>
  <property fmtid="{D5CDD505-2E9C-101B-9397-08002B2CF9AE}" pid="3" name="MSIP_Label_e9fea72e-161c-48c8-8e82-3fc1e9b3162c_SetDate">
    <vt:lpwstr>2026-01-19T12:50:17Z</vt:lpwstr>
  </property>
  <property fmtid="{D5CDD505-2E9C-101B-9397-08002B2CF9AE}" pid="4" name="MSIP_Label_e9fea72e-161c-48c8-8e82-3fc1e9b3162c_Method">
    <vt:lpwstr>Standard</vt:lpwstr>
  </property>
  <property fmtid="{D5CDD505-2E9C-101B-9397-08002B2CF9AE}" pid="5" name="MSIP_Label_e9fea72e-161c-48c8-8e82-3fc1e9b3162c_Name">
    <vt:lpwstr>Normal sensitivity label</vt:lpwstr>
  </property>
  <property fmtid="{D5CDD505-2E9C-101B-9397-08002B2CF9AE}" pid="6" name="MSIP_Label_e9fea72e-161c-48c8-8e82-3fc1e9b3162c_SiteId">
    <vt:lpwstr>ff9c7474-421d-4957-8d47-c4b64dec87b5</vt:lpwstr>
  </property>
  <property fmtid="{D5CDD505-2E9C-101B-9397-08002B2CF9AE}" pid="7" name="MSIP_Label_e9fea72e-161c-48c8-8e82-3fc1e9b3162c_ActionId">
    <vt:lpwstr>93ee440a-cef6-4c6e-be6d-1bf5c5feab37</vt:lpwstr>
  </property>
  <property fmtid="{D5CDD505-2E9C-101B-9397-08002B2CF9AE}" pid="8" name="MSIP_Label_e9fea72e-161c-48c8-8e82-3fc1e9b3162c_ContentBits">
    <vt:lpwstr>0</vt:lpwstr>
  </property>
  <property fmtid="{D5CDD505-2E9C-101B-9397-08002B2CF9AE}" pid="9" name="MSIP_Label_e9fea72e-161c-48c8-8e82-3fc1e9b3162c_Tag">
    <vt:lpwstr>10, 3, 0, 2</vt:lpwstr>
  </property>
</Properties>
</file>